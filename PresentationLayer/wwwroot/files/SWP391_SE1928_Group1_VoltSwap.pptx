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Red Hat Display Bold" charset="1" panose="02010803040201060303"/>
      <p:regular r:id="rId21"/>
    </p:embeddedFont>
    <p:embeddedFont>
      <p:font typeface="Red Hat Display" charset="1" panose="020105030402010603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pn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32.png" Type="http://schemas.openxmlformats.org/officeDocument/2006/relationships/image"/><Relationship Id="rId15" Target="../media/image33.svg" Type="http://schemas.openxmlformats.org/officeDocument/2006/relationships/image"/><Relationship Id="rId16" Target="../media/image34.pn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14" Target="../media/image39.png" Type="http://schemas.openxmlformats.org/officeDocument/2006/relationships/image"/><Relationship Id="rId15" Target="../media/image40.png" Type="http://schemas.openxmlformats.org/officeDocument/2006/relationships/image"/><Relationship Id="rId16" Target="../media/image41.svg" Type="http://schemas.openxmlformats.org/officeDocument/2006/relationships/image"/><Relationship Id="rId17" Target="../media/image42.png" Type="http://schemas.openxmlformats.org/officeDocument/2006/relationships/image"/><Relationship Id="rId18" Target="../media/image43.png" Type="http://schemas.openxmlformats.org/officeDocument/2006/relationships/image"/><Relationship Id="rId19" Target="../media/image44.png" Type="http://schemas.openxmlformats.org/officeDocument/2006/relationships/image"/><Relationship Id="rId2" Target="../media/image23.png" Type="http://schemas.openxmlformats.org/officeDocument/2006/relationships/image"/><Relationship Id="rId20" Target="../media/image45.png" Type="http://schemas.openxmlformats.org/officeDocument/2006/relationships/image"/><Relationship Id="rId21" Target="../media/image46.png" Type="http://schemas.openxmlformats.org/officeDocument/2006/relationships/image"/><Relationship Id="rId22" Target="../media/image47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svg" Type="http://schemas.openxmlformats.org/officeDocument/2006/relationships/image"/><Relationship Id="rId12" Target="../media/image56.png" Type="http://schemas.openxmlformats.org/officeDocument/2006/relationships/image"/><Relationship Id="rId13" Target="../media/image57.svg" Type="http://schemas.openxmlformats.org/officeDocument/2006/relationships/image"/><Relationship Id="rId14" Target="../media/image39.png" Type="http://schemas.openxmlformats.org/officeDocument/2006/relationships/image"/><Relationship Id="rId15" Target="../media/image44.png" Type="http://schemas.openxmlformats.org/officeDocument/2006/relationships/image"/><Relationship Id="rId16" Target="../media/image45.png" Type="http://schemas.openxmlformats.org/officeDocument/2006/relationships/image"/><Relationship Id="rId17" Target="../media/image42.png" Type="http://schemas.openxmlformats.org/officeDocument/2006/relationships/image"/><Relationship Id="rId18" Target="../media/image43.png" Type="http://schemas.openxmlformats.org/officeDocument/2006/relationships/image"/><Relationship Id="rId19" Target="../media/image58.png" Type="http://schemas.openxmlformats.org/officeDocument/2006/relationships/image"/><Relationship Id="rId2" Target="../media/image48.png" Type="http://schemas.openxmlformats.org/officeDocument/2006/relationships/image"/><Relationship Id="rId20" Target="../media/image59.png" Type="http://schemas.openxmlformats.org/officeDocument/2006/relationships/image"/><Relationship Id="rId21" Target="../media/image46.png" Type="http://schemas.openxmlformats.org/officeDocument/2006/relationships/image"/><Relationship Id="rId22" Target="../media/image47.pn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svg" Type="http://schemas.openxmlformats.org/officeDocument/2006/relationships/image"/><Relationship Id="rId12" Target="../media/image70.png" Type="http://schemas.openxmlformats.org/officeDocument/2006/relationships/image"/><Relationship Id="rId13" Target="../media/image71.svg" Type="http://schemas.openxmlformats.org/officeDocument/2006/relationships/image"/><Relationship Id="rId14" Target="../media/image72.png" Type="http://schemas.openxmlformats.org/officeDocument/2006/relationships/image"/><Relationship Id="rId15" Target="../media/image73.png" Type="http://schemas.openxmlformats.org/officeDocument/2006/relationships/image"/><Relationship Id="rId16" Target="../media/image74.png" Type="http://schemas.openxmlformats.org/officeDocument/2006/relationships/image"/><Relationship Id="rId17" Target="../media/image75.svg" Type="http://schemas.openxmlformats.org/officeDocument/2006/relationships/image"/><Relationship Id="rId18" Target="../media/image76.png" Type="http://schemas.openxmlformats.org/officeDocument/2006/relationships/image"/><Relationship Id="rId19" Target="../media/image77.svg" Type="http://schemas.openxmlformats.org/officeDocument/2006/relationships/image"/><Relationship Id="rId2" Target="../media/image60.png" Type="http://schemas.openxmlformats.org/officeDocument/2006/relationships/image"/><Relationship Id="rId20" Target="../media/image78.png" Type="http://schemas.openxmlformats.org/officeDocument/2006/relationships/image"/><Relationship Id="rId21" Target="../media/image79.svg" Type="http://schemas.openxmlformats.org/officeDocument/2006/relationships/image"/><Relationship Id="rId22" Target="../media/image80.png" Type="http://schemas.openxmlformats.org/officeDocument/2006/relationships/image"/><Relationship Id="rId23" Target="../media/image81.svg" Type="http://schemas.openxmlformats.org/officeDocument/2006/relationships/image"/><Relationship Id="rId24" Target="../media/image82.png" Type="http://schemas.openxmlformats.org/officeDocument/2006/relationships/image"/><Relationship Id="rId25" Target="../media/image83.svg" Type="http://schemas.openxmlformats.org/officeDocument/2006/relationships/image"/><Relationship Id="rId26" Target="../media/image84.png" Type="http://schemas.openxmlformats.org/officeDocument/2006/relationships/image"/><Relationship Id="rId27" Target="../media/image85.svg" Type="http://schemas.openxmlformats.org/officeDocument/2006/relationships/image"/><Relationship Id="rId28" Target="../media/image86.png" Type="http://schemas.openxmlformats.org/officeDocument/2006/relationships/image"/><Relationship Id="rId29" Target="../media/image87.svg" Type="http://schemas.openxmlformats.org/officeDocument/2006/relationships/image"/><Relationship Id="rId3" Target="../media/image61.svg" Type="http://schemas.openxmlformats.org/officeDocument/2006/relationships/image"/><Relationship Id="rId30" Target="../media/image88.png" Type="http://schemas.openxmlformats.org/officeDocument/2006/relationships/image"/><Relationship Id="rId31" Target="../media/image89.svg" Type="http://schemas.openxmlformats.org/officeDocument/2006/relationships/image"/><Relationship Id="rId32" Target="../media/image90.png" Type="http://schemas.openxmlformats.org/officeDocument/2006/relationships/image"/><Relationship Id="rId33" Target="../media/image91.svg" Type="http://schemas.openxmlformats.org/officeDocument/2006/relationships/image"/><Relationship Id="rId34" Target="../media/image92.png" Type="http://schemas.openxmlformats.org/officeDocument/2006/relationships/image"/><Relationship Id="rId35" Target="../media/image93.svg" Type="http://schemas.openxmlformats.org/officeDocument/2006/relationships/image"/><Relationship Id="rId36" Target="../media/image94.png" Type="http://schemas.openxmlformats.org/officeDocument/2006/relationships/image"/><Relationship Id="rId37" Target="../media/image95.svg" Type="http://schemas.openxmlformats.org/officeDocument/2006/relationships/image"/><Relationship Id="rId38" Target="../media/image96.png" Type="http://schemas.openxmlformats.org/officeDocument/2006/relationships/image"/><Relationship Id="rId39" Target="../media/image97.svg" Type="http://schemas.openxmlformats.org/officeDocument/2006/relationships/image"/><Relationship Id="rId4" Target="../media/image62.png" Type="http://schemas.openxmlformats.org/officeDocument/2006/relationships/image"/><Relationship Id="rId40" Target="../media/image98.png" Type="http://schemas.openxmlformats.org/officeDocument/2006/relationships/image"/><Relationship Id="rId41" Target="../media/image99.png" Type="http://schemas.openxmlformats.org/officeDocument/2006/relationships/image"/><Relationship Id="rId42" Target="../media/image100.svg" Type="http://schemas.openxmlformats.org/officeDocument/2006/relationships/image"/><Relationship Id="rId43" Target="../media/image101.png" Type="http://schemas.openxmlformats.org/officeDocument/2006/relationships/image"/><Relationship Id="rId44" Target="../media/image102.svg" Type="http://schemas.openxmlformats.org/officeDocument/2006/relationships/image"/><Relationship Id="rId45" Target="../media/image103.png" Type="http://schemas.openxmlformats.org/officeDocument/2006/relationships/image"/><Relationship Id="rId46" Target="../media/image104.svg" Type="http://schemas.openxmlformats.org/officeDocument/2006/relationships/image"/><Relationship Id="rId47" Target="../media/image105.png" Type="http://schemas.openxmlformats.org/officeDocument/2006/relationships/image"/><Relationship Id="rId48" Target="../media/image106.svg" Type="http://schemas.openxmlformats.org/officeDocument/2006/relationships/image"/><Relationship Id="rId49" Target="../media/image107.png" Type="http://schemas.openxmlformats.org/officeDocument/2006/relationships/image"/><Relationship Id="rId5" Target="../media/image63.svg" Type="http://schemas.openxmlformats.org/officeDocument/2006/relationships/image"/><Relationship Id="rId50" Target="../media/image108.svg" Type="http://schemas.openxmlformats.org/officeDocument/2006/relationships/image"/><Relationship Id="rId51" Target="../media/image109.png" Type="http://schemas.openxmlformats.org/officeDocument/2006/relationships/image"/><Relationship Id="rId52" Target="../media/image110.svg" Type="http://schemas.openxmlformats.org/officeDocument/2006/relationships/image"/><Relationship Id="rId53" Target="../media/image111.png" Type="http://schemas.openxmlformats.org/officeDocument/2006/relationships/image"/><Relationship Id="rId54" Target="../media/image112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media/image66.png" Type="http://schemas.openxmlformats.org/officeDocument/2006/relationships/image"/><Relationship Id="rId9" Target="../media/image6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3.png" Type="http://schemas.openxmlformats.org/officeDocument/2006/relationships/image"/><Relationship Id="rId11" Target="../media/image68.png" Type="http://schemas.openxmlformats.org/officeDocument/2006/relationships/image"/><Relationship Id="rId12" Target="../media/image69.svg" Type="http://schemas.openxmlformats.org/officeDocument/2006/relationships/image"/><Relationship Id="rId13" Target="../media/image114.png" Type="http://schemas.openxmlformats.org/officeDocument/2006/relationships/image"/><Relationship Id="rId14" Target="../media/image115.svg" Type="http://schemas.openxmlformats.org/officeDocument/2006/relationships/image"/><Relationship Id="rId15" Target="../media/image116.png" Type="http://schemas.openxmlformats.org/officeDocument/2006/relationships/image"/><Relationship Id="rId16" Target="../media/image117.svg" Type="http://schemas.openxmlformats.org/officeDocument/2006/relationships/image"/><Relationship Id="rId17" Target="../media/image118.png" Type="http://schemas.openxmlformats.org/officeDocument/2006/relationships/image"/><Relationship Id="rId18" Target="../media/image119.svg" Type="http://schemas.openxmlformats.org/officeDocument/2006/relationships/image"/><Relationship Id="rId19" Target="../media/image120.png" Type="http://schemas.openxmlformats.org/officeDocument/2006/relationships/image"/><Relationship Id="rId2" Target="../media/image60.png" Type="http://schemas.openxmlformats.org/officeDocument/2006/relationships/image"/><Relationship Id="rId20" Target="../media/image121.svg" Type="http://schemas.openxmlformats.org/officeDocument/2006/relationships/image"/><Relationship Id="rId21" Target="../media/image122.png" Type="http://schemas.openxmlformats.org/officeDocument/2006/relationships/image"/><Relationship Id="rId22" Target="../media/image123.svg" Type="http://schemas.openxmlformats.org/officeDocument/2006/relationships/image"/><Relationship Id="rId23" Target="../media/image109.png" Type="http://schemas.openxmlformats.org/officeDocument/2006/relationships/image"/><Relationship Id="rId24" Target="../media/image110.svg" Type="http://schemas.openxmlformats.org/officeDocument/2006/relationships/image"/><Relationship Id="rId25" Target="../media/image124.png" Type="http://schemas.openxmlformats.org/officeDocument/2006/relationships/image"/><Relationship Id="rId26" Target="../media/image125.svg" Type="http://schemas.openxmlformats.org/officeDocument/2006/relationships/image"/><Relationship Id="rId27" Target="../media/image126.png" Type="http://schemas.openxmlformats.org/officeDocument/2006/relationships/image"/><Relationship Id="rId28" Target="../media/image127.svg" Type="http://schemas.openxmlformats.org/officeDocument/2006/relationships/image"/><Relationship Id="rId29" Target="../media/image128.png" Type="http://schemas.openxmlformats.org/officeDocument/2006/relationships/image"/><Relationship Id="rId3" Target="../media/image61.svg" Type="http://schemas.openxmlformats.org/officeDocument/2006/relationships/image"/><Relationship Id="rId30" Target="../media/image129.svg" Type="http://schemas.openxmlformats.org/officeDocument/2006/relationships/image"/><Relationship Id="rId31" Target="../media/image130.png" Type="http://schemas.openxmlformats.org/officeDocument/2006/relationships/image"/><Relationship Id="rId32" Target="../media/image131.svg" Type="http://schemas.openxmlformats.org/officeDocument/2006/relationships/image"/><Relationship Id="rId33" Target="../media/image132.png" Type="http://schemas.openxmlformats.org/officeDocument/2006/relationships/image"/><Relationship Id="rId34" Target="../media/image133.svg" Type="http://schemas.openxmlformats.org/officeDocument/2006/relationships/image"/><Relationship Id="rId35" Target="../media/image134.png" Type="http://schemas.openxmlformats.org/officeDocument/2006/relationships/image"/><Relationship Id="rId36" Target="../media/image135.svg" Type="http://schemas.openxmlformats.org/officeDocument/2006/relationships/image"/><Relationship Id="rId37" Target="../media/image136.pn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media/image66.png" Type="http://schemas.openxmlformats.org/officeDocument/2006/relationships/image"/><Relationship Id="rId9" Target="../media/image6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png" Type="http://schemas.openxmlformats.org/officeDocument/2006/relationships/image"/><Relationship Id="rId11" Target="../media/image87.svg" Type="http://schemas.openxmlformats.org/officeDocument/2006/relationships/image"/><Relationship Id="rId12" Target="../media/image145.png" Type="http://schemas.openxmlformats.org/officeDocument/2006/relationships/image"/><Relationship Id="rId13" Target="../media/image146.svg" Type="http://schemas.openxmlformats.org/officeDocument/2006/relationships/image"/><Relationship Id="rId14" Target="../media/image113.png" Type="http://schemas.openxmlformats.org/officeDocument/2006/relationships/image"/><Relationship Id="rId15" Target="../media/image147.png" Type="http://schemas.openxmlformats.org/officeDocument/2006/relationships/image"/><Relationship Id="rId16" Target="../media/image148.svg" Type="http://schemas.openxmlformats.org/officeDocument/2006/relationships/image"/><Relationship Id="rId17" Target="../media/image149.png" Type="http://schemas.openxmlformats.org/officeDocument/2006/relationships/image"/><Relationship Id="rId18" Target="../media/image150.svg" Type="http://schemas.openxmlformats.org/officeDocument/2006/relationships/image"/><Relationship Id="rId19" Target="../media/image151.png" Type="http://schemas.openxmlformats.org/officeDocument/2006/relationships/image"/><Relationship Id="rId2" Target="../media/image137.png" Type="http://schemas.openxmlformats.org/officeDocument/2006/relationships/image"/><Relationship Id="rId3" Target="../media/image138.svg" Type="http://schemas.openxmlformats.org/officeDocument/2006/relationships/image"/><Relationship Id="rId4" Target="../media/image139.png" Type="http://schemas.openxmlformats.org/officeDocument/2006/relationships/image"/><Relationship Id="rId5" Target="../media/image140.svg" Type="http://schemas.openxmlformats.org/officeDocument/2006/relationships/image"/><Relationship Id="rId6" Target="../media/image141.png" Type="http://schemas.openxmlformats.org/officeDocument/2006/relationships/image"/><Relationship Id="rId7" Target="../media/image142.svg" Type="http://schemas.openxmlformats.org/officeDocument/2006/relationships/image"/><Relationship Id="rId8" Target="../media/image143.png" Type="http://schemas.openxmlformats.org/officeDocument/2006/relationships/image"/><Relationship Id="rId9" Target="../media/image14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7.png" Type="http://schemas.openxmlformats.org/officeDocument/2006/relationships/image"/><Relationship Id="rId11" Target="../media/image148.svg" Type="http://schemas.openxmlformats.org/officeDocument/2006/relationships/image"/><Relationship Id="rId12" Target="../media/image145.png" Type="http://schemas.openxmlformats.org/officeDocument/2006/relationships/image"/><Relationship Id="rId13" Target="../media/image146.svg" Type="http://schemas.openxmlformats.org/officeDocument/2006/relationships/image"/><Relationship Id="rId14" Target="../media/image113.png" Type="http://schemas.openxmlformats.org/officeDocument/2006/relationships/image"/><Relationship Id="rId15" Target="../media/image149.png" Type="http://schemas.openxmlformats.org/officeDocument/2006/relationships/image"/><Relationship Id="rId16" Target="../media/image150.svg" Type="http://schemas.openxmlformats.org/officeDocument/2006/relationships/image"/><Relationship Id="rId17" Target="../media/image151.png" Type="http://schemas.openxmlformats.org/officeDocument/2006/relationships/image"/><Relationship Id="rId18" Target="../media/image152.png" Type="http://schemas.openxmlformats.org/officeDocument/2006/relationships/image"/><Relationship Id="rId19" Target="../media/image153.svg" Type="http://schemas.openxmlformats.org/officeDocument/2006/relationships/image"/><Relationship Id="rId2" Target="../media/image137.png" Type="http://schemas.openxmlformats.org/officeDocument/2006/relationships/image"/><Relationship Id="rId3" Target="../media/image138.svg" Type="http://schemas.openxmlformats.org/officeDocument/2006/relationships/image"/><Relationship Id="rId4" Target="../media/image139.png" Type="http://schemas.openxmlformats.org/officeDocument/2006/relationships/image"/><Relationship Id="rId5" Target="../media/image140.svg" Type="http://schemas.openxmlformats.org/officeDocument/2006/relationships/image"/><Relationship Id="rId6" Target="../media/image141.png" Type="http://schemas.openxmlformats.org/officeDocument/2006/relationships/image"/><Relationship Id="rId7" Target="../media/image142.svg" Type="http://schemas.openxmlformats.org/officeDocument/2006/relationships/image"/><Relationship Id="rId8" Target="../media/image143.png" Type="http://schemas.openxmlformats.org/officeDocument/2006/relationships/image"/><Relationship Id="rId9" Target="../media/image14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0.svg" Type="http://schemas.openxmlformats.org/officeDocument/2006/relationships/image"/><Relationship Id="rId11" Target="../media/image152.png" Type="http://schemas.openxmlformats.org/officeDocument/2006/relationships/image"/><Relationship Id="rId12" Target="../media/image153.svg" Type="http://schemas.openxmlformats.org/officeDocument/2006/relationships/image"/><Relationship Id="rId13" Target="../media/image141.png" Type="http://schemas.openxmlformats.org/officeDocument/2006/relationships/image"/><Relationship Id="rId14" Target="../media/image142.svg" Type="http://schemas.openxmlformats.org/officeDocument/2006/relationships/image"/><Relationship Id="rId15" Target="../media/image154.png" Type="http://schemas.openxmlformats.org/officeDocument/2006/relationships/image"/><Relationship Id="rId16" Target="../media/image155.svg" Type="http://schemas.openxmlformats.org/officeDocument/2006/relationships/image"/><Relationship Id="rId17" Target="../media/image143.png" Type="http://schemas.openxmlformats.org/officeDocument/2006/relationships/image"/><Relationship Id="rId18" Target="../media/image144.svg" Type="http://schemas.openxmlformats.org/officeDocument/2006/relationships/image"/><Relationship Id="rId19" Target="../media/image147.png" Type="http://schemas.openxmlformats.org/officeDocument/2006/relationships/image"/><Relationship Id="rId2" Target="../media/image137.png" Type="http://schemas.openxmlformats.org/officeDocument/2006/relationships/image"/><Relationship Id="rId20" Target="../media/image148.svg" Type="http://schemas.openxmlformats.org/officeDocument/2006/relationships/image"/><Relationship Id="rId21" Target="../media/image151.png" Type="http://schemas.openxmlformats.org/officeDocument/2006/relationships/image"/><Relationship Id="rId3" Target="../media/image138.svg" Type="http://schemas.openxmlformats.org/officeDocument/2006/relationships/image"/><Relationship Id="rId4" Target="../media/image139.png" Type="http://schemas.openxmlformats.org/officeDocument/2006/relationships/image"/><Relationship Id="rId5" Target="../media/image140.svg" Type="http://schemas.openxmlformats.org/officeDocument/2006/relationships/image"/><Relationship Id="rId6" Target="../media/image145.png" Type="http://schemas.openxmlformats.org/officeDocument/2006/relationships/image"/><Relationship Id="rId7" Target="../media/image146.svg" Type="http://schemas.openxmlformats.org/officeDocument/2006/relationships/image"/><Relationship Id="rId8" Target="../media/image113.png" Type="http://schemas.openxmlformats.org/officeDocument/2006/relationships/image"/><Relationship Id="rId9" Target="../media/image14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4.png" Type="http://schemas.openxmlformats.org/officeDocument/2006/relationships/image"/><Relationship Id="rId11" Target="../media/image155.svg" Type="http://schemas.openxmlformats.org/officeDocument/2006/relationships/image"/><Relationship Id="rId12" Target="../media/image143.png" Type="http://schemas.openxmlformats.org/officeDocument/2006/relationships/image"/><Relationship Id="rId13" Target="../media/image144.svg" Type="http://schemas.openxmlformats.org/officeDocument/2006/relationships/image"/><Relationship Id="rId14" Target="../media/image147.png" Type="http://schemas.openxmlformats.org/officeDocument/2006/relationships/image"/><Relationship Id="rId15" Target="../media/image148.svg" Type="http://schemas.openxmlformats.org/officeDocument/2006/relationships/image"/><Relationship Id="rId16" Target="../media/image151.png" Type="http://schemas.openxmlformats.org/officeDocument/2006/relationships/image"/><Relationship Id="rId17" Target="../media/image141.png" Type="http://schemas.openxmlformats.org/officeDocument/2006/relationships/image"/><Relationship Id="rId18" Target="../media/image142.svg" Type="http://schemas.openxmlformats.org/officeDocument/2006/relationships/image"/><Relationship Id="rId19" Target="../media/image86.png" Type="http://schemas.openxmlformats.org/officeDocument/2006/relationships/image"/><Relationship Id="rId2" Target="../media/image137.png" Type="http://schemas.openxmlformats.org/officeDocument/2006/relationships/image"/><Relationship Id="rId20" Target="../media/image87.svg" Type="http://schemas.openxmlformats.org/officeDocument/2006/relationships/image"/><Relationship Id="rId21" Target="../media/image156.png" Type="http://schemas.openxmlformats.org/officeDocument/2006/relationships/image"/><Relationship Id="rId22" Target="../media/image157.svg" Type="http://schemas.openxmlformats.org/officeDocument/2006/relationships/image"/><Relationship Id="rId3" Target="../media/image138.svg" Type="http://schemas.openxmlformats.org/officeDocument/2006/relationships/image"/><Relationship Id="rId4" Target="../media/image139.png" Type="http://schemas.openxmlformats.org/officeDocument/2006/relationships/image"/><Relationship Id="rId5" Target="../media/image140.svg" Type="http://schemas.openxmlformats.org/officeDocument/2006/relationships/image"/><Relationship Id="rId6" Target="../media/image149.png" Type="http://schemas.openxmlformats.org/officeDocument/2006/relationships/image"/><Relationship Id="rId7" Target="../media/image150.svg" Type="http://schemas.openxmlformats.org/officeDocument/2006/relationships/image"/><Relationship Id="rId8" Target="../media/image152.png" Type="http://schemas.openxmlformats.org/officeDocument/2006/relationships/image"/><Relationship Id="rId9" Target="../media/image15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6.png" Type="http://schemas.openxmlformats.org/officeDocument/2006/relationships/image"/><Relationship Id="rId11" Target="../media/image167.svg" Type="http://schemas.openxmlformats.org/officeDocument/2006/relationships/image"/><Relationship Id="rId2" Target="../media/image158.png" Type="http://schemas.openxmlformats.org/officeDocument/2006/relationships/image"/><Relationship Id="rId3" Target="../media/image159.svg" Type="http://schemas.openxmlformats.org/officeDocument/2006/relationships/image"/><Relationship Id="rId4" Target="../media/image160.png" Type="http://schemas.openxmlformats.org/officeDocument/2006/relationships/image"/><Relationship Id="rId5" Target="../media/image161.svg" Type="http://schemas.openxmlformats.org/officeDocument/2006/relationships/image"/><Relationship Id="rId6" Target="../media/image162.png" Type="http://schemas.openxmlformats.org/officeDocument/2006/relationships/image"/><Relationship Id="rId7" Target="../media/image163.svg" Type="http://schemas.openxmlformats.org/officeDocument/2006/relationships/image"/><Relationship Id="rId8" Target="../media/image164.png" Type="http://schemas.openxmlformats.org/officeDocument/2006/relationships/image"/><Relationship Id="rId9" Target="../media/image16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0.png" Type="http://schemas.openxmlformats.org/officeDocument/2006/relationships/image"/><Relationship Id="rId11" Target="../media/image171.svg" Type="http://schemas.openxmlformats.org/officeDocument/2006/relationships/image"/><Relationship Id="rId2" Target="../media/image160.png" Type="http://schemas.openxmlformats.org/officeDocument/2006/relationships/image"/><Relationship Id="rId3" Target="../media/image161.svg" Type="http://schemas.openxmlformats.org/officeDocument/2006/relationships/image"/><Relationship Id="rId4" Target="../media/image162.png" Type="http://schemas.openxmlformats.org/officeDocument/2006/relationships/image"/><Relationship Id="rId5" Target="../media/image163.svg" Type="http://schemas.openxmlformats.org/officeDocument/2006/relationships/image"/><Relationship Id="rId6" Target="../media/image164.png" Type="http://schemas.openxmlformats.org/officeDocument/2006/relationships/image"/><Relationship Id="rId7" Target="../media/image165.svg" Type="http://schemas.openxmlformats.org/officeDocument/2006/relationships/image"/><Relationship Id="rId8" Target="../media/image168.png" Type="http://schemas.openxmlformats.org/officeDocument/2006/relationships/image"/><Relationship Id="rId9" Target="../media/image16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72.png" Type="http://schemas.openxmlformats.org/officeDocument/2006/relationships/image"/><Relationship Id="rId3" Target="../media/image173.svg" Type="http://schemas.openxmlformats.org/officeDocument/2006/relationships/image"/><Relationship Id="rId4" Target="../media/image137.png" Type="http://schemas.openxmlformats.org/officeDocument/2006/relationships/image"/><Relationship Id="rId5" Target="../media/image138.svg" Type="http://schemas.openxmlformats.org/officeDocument/2006/relationships/image"/><Relationship Id="rId6" Target="../media/image139.png" Type="http://schemas.openxmlformats.org/officeDocument/2006/relationships/image"/><Relationship Id="rId7" Target="../media/image140.svg" Type="http://schemas.openxmlformats.org/officeDocument/2006/relationships/image"/><Relationship Id="rId8" Target="../media/image174.png" Type="http://schemas.openxmlformats.org/officeDocument/2006/relationships/image"/><Relationship Id="rId9" Target="../media/image17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66556" y="1482139"/>
            <a:ext cx="286039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November 2025</a:t>
            </a:r>
          </a:p>
        </p:txBody>
      </p:sp>
      <p:sp>
        <p:nvSpPr>
          <p:cNvPr name="AutoShape 3" id="3"/>
          <p:cNvSpPr/>
          <p:nvPr/>
        </p:nvSpPr>
        <p:spPr>
          <a:xfrm>
            <a:off x="5231153" y="1699309"/>
            <a:ext cx="8778195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451302" y="8833355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16841024" y="8809224"/>
            <a:ext cx="2955552" cy="2955552"/>
          </a:xfrm>
          <a:custGeom>
            <a:avLst/>
            <a:gdLst/>
            <a:ahLst/>
            <a:cxnLst/>
            <a:rect r="r" b="b" t="t" l="l"/>
            <a:pathLst>
              <a:path h="2955552" w="2955552">
                <a:moveTo>
                  <a:pt x="0" y="0"/>
                </a:moveTo>
                <a:lnTo>
                  <a:pt x="2955552" y="0"/>
                </a:lnTo>
                <a:lnTo>
                  <a:pt x="2955552" y="2955552"/>
                </a:lnTo>
                <a:lnTo>
                  <a:pt x="0" y="2955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92632" y="3391947"/>
            <a:ext cx="633432" cy="632640"/>
          </a:xfrm>
          <a:custGeom>
            <a:avLst/>
            <a:gdLst/>
            <a:ahLst/>
            <a:cxnLst/>
            <a:rect r="r" b="b" t="t" l="l"/>
            <a:pathLst>
              <a:path h="632640" w="633432">
                <a:moveTo>
                  <a:pt x="0" y="0"/>
                </a:moveTo>
                <a:lnTo>
                  <a:pt x="633431" y="0"/>
                </a:lnTo>
                <a:lnTo>
                  <a:pt x="633431" y="632640"/>
                </a:lnTo>
                <a:lnTo>
                  <a:pt x="0" y="632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1302" y="7057729"/>
            <a:ext cx="1083584" cy="457814"/>
          </a:xfrm>
          <a:custGeom>
            <a:avLst/>
            <a:gdLst/>
            <a:ahLst/>
            <a:cxnLst/>
            <a:rect r="r" b="b" t="t" l="l"/>
            <a:pathLst>
              <a:path h="457814" w="1083584">
                <a:moveTo>
                  <a:pt x="0" y="0"/>
                </a:moveTo>
                <a:lnTo>
                  <a:pt x="1083584" y="0"/>
                </a:lnTo>
                <a:lnTo>
                  <a:pt x="1083584" y="457814"/>
                </a:lnTo>
                <a:lnTo>
                  <a:pt x="0" y="4578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39996" y="536736"/>
            <a:ext cx="3491157" cy="2325147"/>
          </a:xfrm>
          <a:custGeom>
            <a:avLst/>
            <a:gdLst/>
            <a:ahLst/>
            <a:cxnLst/>
            <a:rect r="r" b="b" t="t" l="l"/>
            <a:pathLst>
              <a:path h="2325147" w="3491157">
                <a:moveTo>
                  <a:pt x="0" y="0"/>
                </a:moveTo>
                <a:lnTo>
                  <a:pt x="3491157" y="0"/>
                </a:lnTo>
                <a:lnTo>
                  <a:pt x="3491157" y="2325147"/>
                </a:lnTo>
                <a:lnTo>
                  <a:pt x="0" y="232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245" r="0" b="-624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12909" y="3479667"/>
            <a:ext cx="13295613" cy="202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23"/>
              </a:lnSpc>
            </a:pPr>
            <a:r>
              <a:rPr lang="en-US" b="true" sz="11802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VOLTSWAP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85574" y="5820948"/>
            <a:ext cx="273988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u="sng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Supervisor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51608" y="6609725"/>
            <a:ext cx="4207818" cy="1374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-303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ĐỖ TẤN NHÀN</a:t>
            </a:r>
          </a:p>
          <a:p>
            <a:pPr algn="ctr">
              <a:lnSpc>
                <a:spcPts val="55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026671" y="5820948"/>
            <a:ext cx="273988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u="sng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Team Member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98763" y="6404293"/>
            <a:ext cx="4935586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LÊ NHẬT NAM (Leader)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NGUYỄN ĐỨC ANH TÀI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PHẠM ĐĂNG KHOA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LÊ NGỌC TRÍ TÍN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TRẦN ANH KIỆT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812583" y="2291373"/>
            <a:ext cx="2662835" cy="834355"/>
          </a:xfrm>
          <a:custGeom>
            <a:avLst/>
            <a:gdLst/>
            <a:ahLst/>
            <a:cxnLst/>
            <a:rect r="r" b="b" t="t" l="l"/>
            <a:pathLst>
              <a:path h="834355" w="2662835">
                <a:moveTo>
                  <a:pt x="0" y="0"/>
                </a:moveTo>
                <a:lnTo>
                  <a:pt x="2662834" y="0"/>
                </a:lnTo>
                <a:lnTo>
                  <a:pt x="2662834" y="834355"/>
                </a:lnTo>
                <a:lnTo>
                  <a:pt x="0" y="83435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3406" y="3483326"/>
            <a:ext cx="4749277" cy="4749277"/>
          </a:xfrm>
          <a:custGeom>
            <a:avLst/>
            <a:gdLst/>
            <a:ahLst/>
            <a:cxnLst/>
            <a:rect r="r" b="b" t="t" l="l"/>
            <a:pathLst>
              <a:path h="4749277" w="4749277">
                <a:moveTo>
                  <a:pt x="0" y="0"/>
                </a:moveTo>
                <a:lnTo>
                  <a:pt x="4749277" y="0"/>
                </a:lnTo>
                <a:lnTo>
                  <a:pt x="4749277" y="4749277"/>
                </a:lnTo>
                <a:lnTo>
                  <a:pt x="0" y="47492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7115641" y="3413163"/>
            <a:ext cx="9382830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115641" y="7054821"/>
            <a:ext cx="9382830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7115641" y="4670465"/>
            <a:ext cx="9382830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7115641" y="8312124"/>
            <a:ext cx="9382830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7115641" y="5927768"/>
            <a:ext cx="9382830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115641" y="9569426"/>
            <a:ext cx="9382830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-2457859">
            <a:off x="7172937" y="1922379"/>
            <a:ext cx="532252" cy="605692"/>
          </a:xfrm>
          <a:custGeom>
            <a:avLst/>
            <a:gdLst/>
            <a:ahLst/>
            <a:cxnLst/>
            <a:rect r="r" b="b" t="t" l="l"/>
            <a:pathLst>
              <a:path h="605692" w="532252">
                <a:moveTo>
                  <a:pt x="0" y="0"/>
                </a:moveTo>
                <a:lnTo>
                  <a:pt x="532252" y="0"/>
                </a:lnTo>
                <a:lnTo>
                  <a:pt x="532252" y="605693"/>
                </a:lnTo>
                <a:lnTo>
                  <a:pt x="0" y="6056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4384852" y="1859647"/>
            <a:ext cx="600617" cy="602122"/>
          </a:xfrm>
          <a:custGeom>
            <a:avLst/>
            <a:gdLst/>
            <a:ahLst/>
            <a:cxnLst/>
            <a:rect r="r" b="b" t="t" l="l"/>
            <a:pathLst>
              <a:path h="602122" w="600617">
                <a:moveTo>
                  <a:pt x="0" y="0"/>
                </a:moveTo>
                <a:lnTo>
                  <a:pt x="600618" y="0"/>
                </a:lnTo>
                <a:lnTo>
                  <a:pt x="600618" y="602122"/>
                </a:lnTo>
                <a:lnTo>
                  <a:pt x="0" y="602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366392" y="2390005"/>
            <a:ext cx="473417" cy="743955"/>
          </a:xfrm>
          <a:custGeom>
            <a:avLst/>
            <a:gdLst/>
            <a:ahLst/>
            <a:cxnLst/>
            <a:rect r="r" b="b" t="t" l="l"/>
            <a:pathLst>
              <a:path h="743955" w="473417">
                <a:moveTo>
                  <a:pt x="0" y="0"/>
                </a:moveTo>
                <a:lnTo>
                  <a:pt x="473418" y="0"/>
                </a:lnTo>
                <a:lnTo>
                  <a:pt x="473418" y="743955"/>
                </a:lnTo>
                <a:lnTo>
                  <a:pt x="0" y="7439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-22220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53406" y="1492618"/>
            <a:ext cx="4945421" cy="126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39564" y="2647709"/>
            <a:ext cx="7508166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Project Introduction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39564" y="6379320"/>
            <a:ext cx="7508166" cy="669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Demonstrations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39564" y="3971061"/>
            <a:ext cx="8726139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System Architecture Overview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39564" y="7642199"/>
            <a:ext cx="7508166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Outcomes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185090" y="2869333"/>
            <a:ext cx="131338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85090" y="6510991"/>
            <a:ext cx="131338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85090" y="4126636"/>
            <a:ext cx="131338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185090" y="7768294"/>
            <a:ext cx="131338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39564" y="5228363"/>
            <a:ext cx="7508166" cy="669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Actors &amp; Features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39564" y="8883624"/>
            <a:ext cx="933944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Q&amp;A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185090" y="5383938"/>
            <a:ext cx="131338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185090" y="9025596"/>
            <a:ext cx="131338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06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730557" y="-817999"/>
            <a:ext cx="2163303" cy="1635998"/>
          </a:xfrm>
          <a:custGeom>
            <a:avLst/>
            <a:gdLst/>
            <a:ahLst/>
            <a:cxnLst/>
            <a:rect r="r" b="b" t="t" l="l"/>
            <a:pathLst>
              <a:path h="1635998" w="2163303">
                <a:moveTo>
                  <a:pt x="0" y="0"/>
                </a:moveTo>
                <a:lnTo>
                  <a:pt x="2163303" y="0"/>
                </a:lnTo>
                <a:lnTo>
                  <a:pt x="2163303" y="1635998"/>
                </a:lnTo>
                <a:lnTo>
                  <a:pt x="0" y="1635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52239" y="669361"/>
            <a:ext cx="504770" cy="477008"/>
          </a:xfrm>
          <a:custGeom>
            <a:avLst/>
            <a:gdLst/>
            <a:ahLst/>
            <a:cxnLst/>
            <a:rect r="r" b="b" t="t" l="l"/>
            <a:pathLst>
              <a:path h="477008" w="504770">
                <a:moveTo>
                  <a:pt x="0" y="0"/>
                </a:moveTo>
                <a:lnTo>
                  <a:pt x="504770" y="0"/>
                </a:lnTo>
                <a:lnTo>
                  <a:pt x="504770" y="477008"/>
                </a:lnTo>
                <a:lnTo>
                  <a:pt x="0" y="477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653406" y="8412318"/>
            <a:ext cx="7783291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298108" y="8412318"/>
            <a:ext cx="2868318" cy="2868318"/>
          </a:xfrm>
          <a:custGeom>
            <a:avLst/>
            <a:gdLst/>
            <a:ahLst/>
            <a:cxnLst/>
            <a:rect r="r" b="b" t="t" l="l"/>
            <a:pathLst>
              <a:path h="2868318" w="2868318">
                <a:moveTo>
                  <a:pt x="0" y="0"/>
                </a:moveTo>
                <a:lnTo>
                  <a:pt x="2868319" y="0"/>
                </a:lnTo>
                <a:lnTo>
                  <a:pt x="2868319" y="2868318"/>
                </a:lnTo>
                <a:lnTo>
                  <a:pt x="0" y="28683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98524" y="1795851"/>
            <a:ext cx="915351" cy="359584"/>
          </a:xfrm>
          <a:custGeom>
            <a:avLst/>
            <a:gdLst/>
            <a:ahLst/>
            <a:cxnLst/>
            <a:rect r="r" b="b" t="t" l="l"/>
            <a:pathLst>
              <a:path h="359584" w="915351">
                <a:moveTo>
                  <a:pt x="0" y="0"/>
                </a:moveTo>
                <a:lnTo>
                  <a:pt x="915350" y="0"/>
                </a:lnTo>
                <a:lnTo>
                  <a:pt x="915350" y="359585"/>
                </a:lnTo>
                <a:lnTo>
                  <a:pt x="0" y="3595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8672" t="-108540" r="0" b="-11900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669025" y="1973850"/>
            <a:ext cx="4746296" cy="6818623"/>
          </a:xfrm>
          <a:custGeom>
            <a:avLst/>
            <a:gdLst/>
            <a:ahLst/>
            <a:cxnLst/>
            <a:rect r="r" b="b" t="t" l="l"/>
            <a:pathLst>
              <a:path h="6818623" w="4746296">
                <a:moveTo>
                  <a:pt x="0" y="0"/>
                </a:moveTo>
                <a:lnTo>
                  <a:pt x="4746297" y="0"/>
                </a:lnTo>
                <a:lnTo>
                  <a:pt x="4746297" y="6818623"/>
                </a:lnTo>
                <a:lnTo>
                  <a:pt x="0" y="68186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9" id="9"/>
          <p:cNvSpPr txBox="true"/>
          <p:nvPr/>
        </p:nvSpPr>
        <p:spPr>
          <a:xfrm rot="0">
            <a:off x="1169094" y="440249"/>
            <a:ext cx="9335531" cy="126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Project 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9094" y="2044020"/>
            <a:ext cx="9587916" cy="63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 web app to allow customer to: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Send requests for rental plans and battery swaps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Order / book a battery swap appointment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View available stations and number battery in station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Manage their vehicles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Make online payments and view transaction history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730557" y="-817999"/>
            <a:ext cx="2163303" cy="1635998"/>
          </a:xfrm>
          <a:custGeom>
            <a:avLst/>
            <a:gdLst/>
            <a:ahLst/>
            <a:cxnLst/>
            <a:rect r="r" b="b" t="t" l="l"/>
            <a:pathLst>
              <a:path h="1635998" w="2163303">
                <a:moveTo>
                  <a:pt x="0" y="0"/>
                </a:moveTo>
                <a:lnTo>
                  <a:pt x="2163303" y="0"/>
                </a:lnTo>
                <a:lnTo>
                  <a:pt x="2163303" y="1635998"/>
                </a:lnTo>
                <a:lnTo>
                  <a:pt x="0" y="1635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416904" y="359410"/>
            <a:ext cx="504770" cy="477008"/>
          </a:xfrm>
          <a:custGeom>
            <a:avLst/>
            <a:gdLst/>
            <a:ahLst/>
            <a:cxnLst/>
            <a:rect r="r" b="b" t="t" l="l"/>
            <a:pathLst>
              <a:path h="477008" w="504770">
                <a:moveTo>
                  <a:pt x="0" y="0"/>
                </a:moveTo>
                <a:lnTo>
                  <a:pt x="504770" y="0"/>
                </a:lnTo>
                <a:lnTo>
                  <a:pt x="504770" y="477008"/>
                </a:lnTo>
                <a:lnTo>
                  <a:pt x="0" y="477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3707865" y="10020833"/>
            <a:ext cx="9896650" cy="9525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298108" y="8412318"/>
            <a:ext cx="2868318" cy="2868318"/>
          </a:xfrm>
          <a:custGeom>
            <a:avLst/>
            <a:gdLst/>
            <a:ahLst/>
            <a:cxnLst/>
            <a:rect r="r" b="b" t="t" l="l"/>
            <a:pathLst>
              <a:path h="2868318" w="2868318">
                <a:moveTo>
                  <a:pt x="0" y="0"/>
                </a:moveTo>
                <a:lnTo>
                  <a:pt x="2868319" y="0"/>
                </a:lnTo>
                <a:lnTo>
                  <a:pt x="2868319" y="2868318"/>
                </a:lnTo>
                <a:lnTo>
                  <a:pt x="0" y="28683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98524" y="1485900"/>
            <a:ext cx="915351" cy="359584"/>
          </a:xfrm>
          <a:custGeom>
            <a:avLst/>
            <a:gdLst/>
            <a:ahLst/>
            <a:cxnLst/>
            <a:rect r="r" b="b" t="t" l="l"/>
            <a:pathLst>
              <a:path h="359584" w="915351">
                <a:moveTo>
                  <a:pt x="0" y="0"/>
                </a:moveTo>
                <a:lnTo>
                  <a:pt x="915350" y="0"/>
                </a:lnTo>
                <a:lnTo>
                  <a:pt x="915350" y="359584"/>
                </a:lnTo>
                <a:lnTo>
                  <a:pt x="0" y="3595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8672" t="-108540" r="0" b="-11900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04524" y="1845484"/>
            <a:ext cx="600617" cy="602122"/>
          </a:xfrm>
          <a:custGeom>
            <a:avLst/>
            <a:gdLst/>
            <a:ahLst/>
            <a:cxnLst/>
            <a:rect r="r" b="b" t="t" l="l"/>
            <a:pathLst>
              <a:path h="602122" w="600617">
                <a:moveTo>
                  <a:pt x="0" y="0"/>
                </a:moveTo>
                <a:lnTo>
                  <a:pt x="600617" y="0"/>
                </a:lnTo>
                <a:lnTo>
                  <a:pt x="600617" y="602123"/>
                </a:lnTo>
                <a:lnTo>
                  <a:pt x="0" y="6021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7109027" y="-145948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07865" y="1585818"/>
            <a:ext cx="9710716" cy="8169139"/>
          </a:xfrm>
          <a:custGeom>
            <a:avLst/>
            <a:gdLst/>
            <a:ahLst/>
            <a:cxnLst/>
            <a:rect r="r" b="b" t="t" l="l"/>
            <a:pathLst>
              <a:path h="8169139" w="9710716">
                <a:moveTo>
                  <a:pt x="0" y="0"/>
                </a:moveTo>
                <a:lnTo>
                  <a:pt x="9710715" y="0"/>
                </a:lnTo>
                <a:lnTo>
                  <a:pt x="9710715" y="8169139"/>
                </a:lnTo>
                <a:lnTo>
                  <a:pt x="0" y="81691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411250" y="216535"/>
            <a:ext cx="9258039" cy="126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Project Introduction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730557" y="-817999"/>
            <a:ext cx="2163303" cy="1635998"/>
          </a:xfrm>
          <a:custGeom>
            <a:avLst/>
            <a:gdLst/>
            <a:ahLst/>
            <a:cxnLst/>
            <a:rect r="r" b="b" t="t" l="l"/>
            <a:pathLst>
              <a:path h="1635998" w="2163303">
                <a:moveTo>
                  <a:pt x="0" y="0"/>
                </a:moveTo>
                <a:lnTo>
                  <a:pt x="2163303" y="0"/>
                </a:lnTo>
                <a:lnTo>
                  <a:pt x="2163303" y="1635998"/>
                </a:lnTo>
                <a:lnTo>
                  <a:pt x="0" y="1635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411250" y="216535"/>
            <a:ext cx="14333717" cy="126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System Architecture Overview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135366" y="359410"/>
            <a:ext cx="504770" cy="477008"/>
          </a:xfrm>
          <a:custGeom>
            <a:avLst/>
            <a:gdLst/>
            <a:ahLst/>
            <a:cxnLst/>
            <a:rect r="r" b="b" t="t" l="l"/>
            <a:pathLst>
              <a:path h="477008" w="504770">
                <a:moveTo>
                  <a:pt x="0" y="0"/>
                </a:moveTo>
                <a:lnTo>
                  <a:pt x="504769" y="0"/>
                </a:lnTo>
                <a:lnTo>
                  <a:pt x="504769" y="477008"/>
                </a:lnTo>
                <a:lnTo>
                  <a:pt x="0" y="477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3707874" y="9846477"/>
            <a:ext cx="9896650" cy="9525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298108" y="8412318"/>
            <a:ext cx="2868318" cy="2868318"/>
          </a:xfrm>
          <a:custGeom>
            <a:avLst/>
            <a:gdLst/>
            <a:ahLst/>
            <a:cxnLst/>
            <a:rect r="r" b="b" t="t" l="l"/>
            <a:pathLst>
              <a:path h="2868318" w="2868318">
                <a:moveTo>
                  <a:pt x="0" y="0"/>
                </a:moveTo>
                <a:lnTo>
                  <a:pt x="2868319" y="0"/>
                </a:lnTo>
                <a:lnTo>
                  <a:pt x="2868319" y="2868318"/>
                </a:lnTo>
                <a:lnTo>
                  <a:pt x="0" y="2868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98524" y="1485900"/>
            <a:ext cx="915351" cy="359584"/>
          </a:xfrm>
          <a:custGeom>
            <a:avLst/>
            <a:gdLst/>
            <a:ahLst/>
            <a:cxnLst/>
            <a:rect r="r" b="b" t="t" l="l"/>
            <a:pathLst>
              <a:path h="359584" w="915351">
                <a:moveTo>
                  <a:pt x="0" y="0"/>
                </a:moveTo>
                <a:lnTo>
                  <a:pt x="915350" y="0"/>
                </a:lnTo>
                <a:lnTo>
                  <a:pt x="915350" y="359584"/>
                </a:lnTo>
                <a:lnTo>
                  <a:pt x="0" y="3595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8672" t="-108540" r="0" b="-11900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7518" y="4003533"/>
            <a:ext cx="1365977" cy="2081166"/>
          </a:xfrm>
          <a:custGeom>
            <a:avLst/>
            <a:gdLst/>
            <a:ahLst/>
            <a:cxnLst/>
            <a:rect r="r" b="b" t="t" l="l"/>
            <a:pathLst>
              <a:path h="2081166" w="1365977">
                <a:moveTo>
                  <a:pt x="0" y="0"/>
                </a:moveTo>
                <a:lnTo>
                  <a:pt x="1365977" y="0"/>
                </a:lnTo>
                <a:lnTo>
                  <a:pt x="1365977" y="2081166"/>
                </a:lnTo>
                <a:lnTo>
                  <a:pt x="0" y="20811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87805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528557" y="4372541"/>
            <a:ext cx="2959886" cy="2162452"/>
            <a:chOff x="0" y="0"/>
            <a:chExt cx="965870" cy="7056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5870" cy="705651"/>
            </a:xfrm>
            <a:custGeom>
              <a:avLst/>
              <a:gdLst/>
              <a:ahLst/>
              <a:cxnLst/>
              <a:rect r="r" b="b" t="t" l="l"/>
              <a:pathLst>
                <a:path h="705651" w="965870">
                  <a:moveTo>
                    <a:pt x="0" y="0"/>
                  </a:moveTo>
                  <a:lnTo>
                    <a:pt x="965870" y="0"/>
                  </a:lnTo>
                  <a:lnTo>
                    <a:pt x="965870" y="705651"/>
                  </a:lnTo>
                  <a:lnTo>
                    <a:pt x="0" y="70565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65870" cy="743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flipV="true">
            <a:off x="1853495" y="4957223"/>
            <a:ext cx="1179523" cy="86893"/>
          </a:xfrm>
          <a:prstGeom prst="line">
            <a:avLst/>
          </a:prstGeom>
          <a:ln cap="flat" w="38100">
            <a:solidFill>
              <a:srgbClr val="473D3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3471795" y="4577551"/>
            <a:ext cx="1068290" cy="1010869"/>
          </a:xfrm>
          <a:custGeom>
            <a:avLst/>
            <a:gdLst/>
            <a:ahLst/>
            <a:cxnLst/>
            <a:rect r="r" b="b" t="t" l="l"/>
            <a:pathLst>
              <a:path h="1010869" w="1068290">
                <a:moveTo>
                  <a:pt x="0" y="0"/>
                </a:moveTo>
                <a:lnTo>
                  <a:pt x="1068290" y="0"/>
                </a:lnTo>
                <a:lnTo>
                  <a:pt x="1068290" y="1010869"/>
                </a:lnTo>
                <a:lnTo>
                  <a:pt x="0" y="10108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176803" y="4821077"/>
            <a:ext cx="1433994" cy="1101768"/>
          </a:xfrm>
          <a:custGeom>
            <a:avLst/>
            <a:gdLst/>
            <a:ahLst/>
            <a:cxnLst/>
            <a:rect r="r" b="b" t="t" l="l"/>
            <a:pathLst>
              <a:path h="1101768" w="1433994">
                <a:moveTo>
                  <a:pt x="0" y="0"/>
                </a:moveTo>
                <a:lnTo>
                  <a:pt x="1433994" y="0"/>
                </a:lnTo>
                <a:lnTo>
                  <a:pt x="1433994" y="1101769"/>
                </a:lnTo>
                <a:lnTo>
                  <a:pt x="0" y="11017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flipH="true">
            <a:off x="1853495" y="5462657"/>
            <a:ext cx="1179523" cy="99384"/>
          </a:xfrm>
          <a:prstGeom prst="line">
            <a:avLst/>
          </a:prstGeom>
          <a:ln cap="flat" w="38100">
            <a:solidFill>
              <a:srgbClr val="473D34"/>
            </a:solidFill>
            <a:prstDash val="sysDash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5991174" y="3532514"/>
            <a:ext cx="8836952" cy="4213680"/>
            <a:chOff x="0" y="0"/>
            <a:chExt cx="2223801" cy="10603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3801" cy="1060364"/>
            </a:xfrm>
            <a:custGeom>
              <a:avLst/>
              <a:gdLst/>
              <a:ahLst/>
              <a:cxnLst/>
              <a:rect r="r" b="b" t="t" l="l"/>
              <a:pathLst>
                <a:path h="1060364" w="2223801">
                  <a:moveTo>
                    <a:pt x="0" y="0"/>
                  </a:moveTo>
                  <a:lnTo>
                    <a:pt x="2223801" y="0"/>
                  </a:lnTo>
                  <a:lnTo>
                    <a:pt x="2223801" y="1060364"/>
                  </a:lnTo>
                  <a:lnTo>
                    <a:pt x="0" y="106036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23801" cy="1098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384423" y="3389413"/>
            <a:ext cx="2468880" cy="4114800"/>
            <a:chOff x="0" y="0"/>
            <a:chExt cx="3291840" cy="548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91840" cy="5486400"/>
            </a:xfrm>
            <a:custGeom>
              <a:avLst/>
              <a:gdLst/>
              <a:ahLst/>
              <a:cxnLst/>
              <a:rect r="r" b="b" t="t" l="l"/>
              <a:pathLst>
                <a:path h="5486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83676" y="1866360"/>
              <a:ext cx="2124488" cy="1746155"/>
            </a:xfrm>
            <a:custGeom>
              <a:avLst/>
              <a:gdLst/>
              <a:ahLst/>
              <a:cxnLst/>
              <a:rect r="r" b="b" t="t" l="l"/>
              <a:pathLst>
                <a:path h="1746155" w="2124488">
                  <a:moveTo>
                    <a:pt x="0" y="0"/>
                  </a:moveTo>
                  <a:lnTo>
                    <a:pt x="2124488" y="0"/>
                  </a:lnTo>
                  <a:lnTo>
                    <a:pt x="2124488" y="1746154"/>
                  </a:lnTo>
                  <a:lnTo>
                    <a:pt x="0" y="1746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9494252" y="5904699"/>
            <a:ext cx="1585891" cy="1372820"/>
          </a:xfrm>
          <a:custGeom>
            <a:avLst/>
            <a:gdLst/>
            <a:ahLst/>
            <a:cxnLst/>
            <a:rect r="r" b="b" t="t" l="l"/>
            <a:pathLst>
              <a:path h="1372820" w="1585891">
                <a:moveTo>
                  <a:pt x="0" y="0"/>
                </a:moveTo>
                <a:lnTo>
                  <a:pt x="1585891" y="0"/>
                </a:lnTo>
                <a:lnTo>
                  <a:pt x="1585891" y="1372820"/>
                </a:lnTo>
                <a:lnTo>
                  <a:pt x="0" y="137282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18868" r="0" b="-10285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553365" y="3734723"/>
            <a:ext cx="2281332" cy="1378350"/>
            <a:chOff x="0" y="0"/>
            <a:chExt cx="3041776" cy="1837799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3041776" cy="1837799"/>
              <a:chOff x="0" y="0"/>
              <a:chExt cx="490191" cy="29616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0191" cy="296167"/>
              </a:xfrm>
              <a:custGeom>
                <a:avLst/>
                <a:gdLst/>
                <a:ahLst/>
                <a:cxnLst/>
                <a:rect r="r" b="b" t="t" l="l"/>
                <a:pathLst>
                  <a:path h="296167" w="490191">
                    <a:moveTo>
                      <a:pt x="148083" y="0"/>
                    </a:moveTo>
                    <a:lnTo>
                      <a:pt x="342108" y="0"/>
                    </a:lnTo>
                    <a:cubicBezTo>
                      <a:pt x="423892" y="0"/>
                      <a:pt x="490191" y="66299"/>
                      <a:pt x="490191" y="148083"/>
                    </a:cubicBezTo>
                    <a:lnTo>
                      <a:pt x="490191" y="148083"/>
                    </a:lnTo>
                    <a:cubicBezTo>
                      <a:pt x="490191" y="187358"/>
                      <a:pt x="474590" y="225023"/>
                      <a:pt x="446819" y="252794"/>
                    </a:cubicBezTo>
                    <a:cubicBezTo>
                      <a:pt x="419048" y="280565"/>
                      <a:pt x="381382" y="296167"/>
                      <a:pt x="342108" y="296167"/>
                    </a:cubicBezTo>
                    <a:lnTo>
                      <a:pt x="148083" y="296167"/>
                    </a:lnTo>
                    <a:cubicBezTo>
                      <a:pt x="66299" y="296167"/>
                      <a:pt x="0" y="229868"/>
                      <a:pt x="0" y="148083"/>
                    </a:cubicBezTo>
                    <a:lnTo>
                      <a:pt x="0" y="148083"/>
                    </a:lnTo>
                    <a:cubicBezTo>
                      <a:pt x="0" y="66299"/>
                      <a:pt x="66299" y="0"/>
                      <a:pt x="148083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490191" cy="334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8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566606" y="147820"/>
              <a:ext cx="1908565" cy="5103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4"/>
                </a:lnSpc>
              </a:pPr>
              <a:r>
                <a:rPr lang="en-US" sz="2288" b="true">
                  <a:solidFill>
                    <a:srgbClr val="473D34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API Layer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38291" y="871275"/>
              <a:ext cx="2806127" cy="5103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4"/>
                </a:lnSpc>
              </a:pPr>
              <a:r>
                <a:rPr lang="en-US" sz="2288" b="true">
                  <a:solidFill>
                    <a:srgbClr val="473D34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RestControler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34962" y="3755391"/>
            <a:ext cx="2894066" cy="1357682"/>
            <a:chOff x="0" y="0"/>
            <a:chExt cx="3858754" cy="1810243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3858754" cy="1810243"/>
              <a:chOff x="0" y="0"/>
              <a:chExt cx="631316" cy="29616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31316" cy="296167"/>
              </a:xfrm>
              <a:custGeom>
                <a:avLst/>
                <a:gdLst/>
                <a:ahLst/>
                <a:cxnLst/>
                <a:rect r="r" b="b" t="t" l="l"/>
                <a:pathLst>
                  <a:path h="296167" w="631316">
                    <a:moveTo>
                      <a:pt x="127027" y="0"/>
                    </a:moveTo>
                    <a:lnTo>
                      <a:pt x="504289" y="0"/>
                    </a:lnTo>
                    <a:cubicBezTo>
                      <a:pt x="537978" y="0"/>
                      <a:pt x="570288" y="13383"/>
                      <a:pt x="594110" y="37205"/>
                    </a:cubicBezTo>
                    <a:cubicBezTo>
                      <a:pt x="617933" y="61028"/>
                      <a:pt x="631316" y="93337"/>
                      <a:pt x="631316" y="127027"/>
                    </a:cubicBezTo>
                    <a:lnTo>
                      <a:pt x="631316" y="169140"/>
                    </a:lnTo>
                    <a:cubicBezTo>
                      <a:pt x="631316" y="202829"/>
                      <a:pt x="617933" y="235139"/>
                      <a:pt x="594110" y="258961"/>
                    </a:cubicBezTo>
                    <a:cubicBezTo>
                      <a:pt x="570288" y="282784"/>
                      <a:pt x="537978" y="296167"/>
                      <a:pt x="504289" y="296167"/>
                    </a:cubicBezTo>
                    <a:lnTo>
                      <a:pt x="127027" y="296167"/>
                    </a:lnTo>
                    <a:cubicBezTo>
                      <a:pt x="93337" y="296167"/>
                      <a:pt x="61028" y="282784"/>
                      <a:pt x="37205" y="258961"/>
                    </a:cubicBezTo>
                    <a:cubicBezTo>
                      <a:pt x="13383" y="235139"/>
                      <a:pt x="0" y="202829"/>
                      <a:pt x="0" y="169140"/>
                    </a:cubicBezTo>
                    <a:lnTo>
                      <a:pt x="0" y="127027"/>
                    </a:lnTo>
                    <a:cubicBezTo>
                      <a:pt x="0" y="93337"/>
                      <a:pt x="13383" y="61028"/>
                      <a:pt x="37205" y="37205"/>
                    </a:cubicBezTo>
                    <a:cubicBezTo>
                      <a:pt x="61028" y="13383"/>
                      <a:pt x="93337" y="0"/>
                      <a:pt x="127027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631316" cy="334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8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22721" y="395367"/>
              <a:ext cx="3213312" cy="5033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6"/>
                </a:lnSpc>
              </a:pP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14313" y="363561"/>
              <a:ext cx="3421721" cy="1035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6"/>
                </a:lnSpc>
              </a:pPr>
              <a:r>
                <a:rPr lang="en-US" sz="2254" b="true">
                  <a:solidFill>
                    <a:srgbClr val="473D34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Business Logic Layer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76277" y="3716521"/>
            <a:ext cx="2404745" cy="1396552"/>
            <a:chOff x="0" y="0"/>
            <a:chExt cx="3206327" cy="186207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3206327" cy="1862070"/>
              <a:chOff x="0" y="0"/>
              <a:chExt cx="509974" cy="29616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509974" cy="296167"/>
              </a:xfrm>
              <a:custGeom>
                <a:avLst/>
                <a:gdLst/>
                <a:ahLst/>
                <a:cxnLst/>
                <a:rect r="r" b="b" t="t" l="l"/>
                <a:pathLst>
                  <a:path h="296167" w="509974">
                    <a:moveTo>
                      <a:pt x="148083" y="0"/>
                    </a:moveTo>
                    <a:lnTo>
                      <a:pt x="361891" y="0"/>
                    </a:lnTo>
                    <a:cubicBezTo>
                      <a:pt x="401165" y="0"/>
                      <a:pt x="438831" y="15602"/>
                      <a:pt x="466602" y="43373"/>
                    </a:cubicBezTo>
                    <a:cubicBezTo>
                      <a:pt x="494373" y="71144"/>
                      <a:pt x="509974" y="108809"/>
                      <a:pt x="509974" y="148083"/>
                    </a:cubicBezTo>
                    <a:lnTo>
                      <a:pt x="509974" y="148083"/>
                    </a:lnTo>
                    <a:cubicBezTo>
                      <a:pt x="509974" y="229868"/>
                      <a:pt x="443675" y="296167"/>
                      <a:pt x="361891" y="296167"/>
                    </a:cubicBezTo>
                    <a:lnTo>
                      <a:pt x="148083" y="296167"/>
                    </a:lnTo>
                    <a:cubicBezTo>
                      <a:pt x="66299" y="296167"/>
                      <a:pt x="0" y="229868"/>
                      <a:pt x="0" y="148083"/>
                    </a:cubicBezTo>
                    <a:lnTo>
                      <a:pt x="0" y="148083"/>
                    </a:lnTo>
                    <a:cubicBezTo>
                      <a:pt x="0" y="66299"/>
                      <a:pt x="66299" y="0"/>
                      <a:pt x="148083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509974" cy="334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8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268156" y="417575"/>
              <a:ext cx="2670014" cy="5069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6"/>
                </a:lnSpc>
              </a:pP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94985" y="384858"/>
              <a:ext cx="2843186" cy="1054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6"/>
                </a:lnSpc>
              </a:pPr>
              <a:r>
                <a:rPr lang="en-US" sz="2318" b="true">
                  <a:solidFill>
                    <a:srgbClr val="473D34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Data Access Layer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flipV="true">
            <a:off x="5305997" y="4423898"/>
            <a:ext cx="1247368" cy="689175"/>
          </a:xfrm>
          <a:prstGeom prst="line">
            <a:avLst/>
          </a:prstGeom>
          <a:ln cap="flat" w="38100">
            <a:solidFill>
              <a:srgbClr val="473D3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2" id="42"/>
          <p:cNvSpPr/>
          <p:nvPr/>
        </p:nvSpPr>
        <p:spPr>
          <a:xfrm flipH="true">
            <a:off x="5305997" y="4843488"/>
            <a:ext cx="1533816" cy="528474"/>
          </a:xfrm>
          <a:prstGeom prst="line">
            <a:avLst/>
          </a:prstGeom>
          <a:ln cap="flat" w="38100">
            <a:solidFill>
              <a:srgbClr val="473D34"/>
            </a:solidFill>
            <a:prstDash val="sysDash"/>
            <a:headEnd type="none" len="sm" w="sm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>
            <a:off x="14601777" y="4342886"/>
            <a:ext cx="1860448" cy="686879"/>
          </a:xfrm>
          <a:prstGeom prst="line">
            <a:avLst/>
          </a:prstGeom>
          <a:ln cap="flat" w="38100">
            <a:solidFill>
              <a:srgbClr val="473D3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 flipH="true" flipV="true">
            <a:off x="14500212" y="4707342"/>
            <a:ext cx="1588671" cy="932012"/>
          </a:xfrm>
          <a:prstGeom prst="line">
            <a:avLst/>
          </a:prstGeom>
          <a:ln cap="flat" w="38100">
            <a:solidFill>
              <a:srgbClr val="473D34"/>
            </a:solidFill>
            <a:prstDash val="sysDash"/>
            <a:headEnd type="none" len="sm" w="sm"/>
            <a:tailEnd type="arrow" len="sm" w="med"/>
          </a:ln>
        </p:spPr>
      </p:sp>
      <p:grpSp>
        <p:nvGrpSpPr>
          <p:cNvPr name="Group 45" id="45"/>
          <p:cNvGrpSpPr/>
          <p:nvPr/>
        </p:nvGrpSpPr>
        <p:grpSpPr>
          <a:xfrm rot="0">
            <a:off x="6952097" y="8615126"/>
            <a:ext cx="1626012" cy="1061212"/>
            <a:chOff x="0" y="0"/>
            <a:chExt cx="2168015" cy="1414949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2058117" cy="1414949"/>
              <a:chOff x="0" y="0"/>
              <a:chExt cx="388441" cy="267052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388441" cy="267052"/>
              </a:xfrm>
              <a:custGeom>
                <a:avLst/>
                <a:gdLst/>
                <a:ahLst/>
                <a:cxnLst/>
                <a:rect r="r" b="b" t="t" l="l"/>
                <a:pathLst>
                  <a:path h="267052" w="388441">
                    <a:moveTo>
                      <a:pt x="0" y="0"/>
                    </a:moveTo>
                    <a:lnTo>
                      <a:pt x="388441" y="0"/>
                    </a:lnTo>
                    <a:lnTo>
                      <a:pt x="388441" y="267052"/>
                    </a:lnTo>
                    <a:lnTo>
                      <a:pt x="0" y="267052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388441" cy="3051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148904" y="136362"/>
              <a:ext cx="2019111" cy="1099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9"/>
                </a:lnSpc>
              </a:pPr>
              <a:r>
                <a:rPr lang="en-US" sz="2421" b="true">
                  <a:solidFill>
                    <a:srgbClr val="473D34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Payment</a:t>
              </a:r>
            </a:p>
            <a:p>
              <a:pPr algn="l">
                <a:lnSpc>
                  <a:spcPts val="3389"/>
                </a:lnSpc>
              </a:pPr>
              <a:r>
                <a:rPr lang="en-US" sz="2421" b="true">
                  <a:solidFill>
                    <a:srgbClr val="473D34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Gateway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5883852" y="8686481"/>
            <a:ext cx="1159997" cy="1159997"/>
          </a:xfrm>
          <a:custGeom>
            <a:avLst/>
            <a:gdLst/>
            <a:ahLst/>
            <a:cxnLst/>
            <a:rect r="r" b="b" t="t" l="l"/>
            <a:pathLst>
              <a:path h="1159997" w="1159997">
                <a:moveTo>
                  <a:pt x="0" y="0"/>
                </a:moveTo>
                <a:lnTo>
                  <a:pt x="1159996" y="0"/>
                </a:lnTo>
                <a:lnTo>
                  <a:pt x="1159996" y="1159996"/>
                </a:lnTo>
                <a:lnTo>
                  <a:pt x="0" y="115999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AutoShape 51" id="51"/>
          <p:cNvSpPr/>
          <p:nvPr/>
        </p:nvSpPr>
        <p:spPr>
          <a:xfrm flipH="true" flipV="true">
            <a:off x="7434477" y="5113073"/>
            <a:ext cx="15032" cy="3502053"/>
          </a:xfrm>
          <a:prstGeom prst="line">
            <a:avLst/>
          </a:prstGeom>
          <a:ln cap="flat" w="38100">
            <a:solidFill>
              <a:srgbClr val="473D3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2" id="52"/>
          <p:cNvSpPr/>
          <p:nvPr/>
        </p:nvSpPr>
        <p:spPr>
          <a:xfrm flipH="true">
            <a:off x="8133249" y="5113073"/>
            <a:ext cx="15598" cy="3502053"/>
          </a:xfrm>
          <a:prstGeom prst="line">
            <a:avLst/>
          </a:prstGeom>
          <a:ln cap="flat" w="38100">
            <a:solidFill>
              <a:srgbClr val="473D34"/>
            </a:solidFill>
            <a:prstDash val="sysDash"/>
            <a:headEnd type="none" len="sm" w="sm"/>
            <a:tailEnd type="arrow" len="sm" w="med"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12029027" y="5970963"/>
            <a:ext cx="2099245" cy="1312028"/>
          </a:xfrm>
          <a:custGeom>
            <a:avLst/>
            <a:gdLst/>
            <a:ahLst/>
            <a:cxnLst/>
            <a:rect r="r" b="b" t="t" l="l"/>
            <a:pathLst>
              <a:path h="1312028" w="2099245">
                <a:moveTo>
                  <a:pt x="0" y="0"/>
                </a:moveTo>
                <a:lnTo>
                  <a:pt x="2099245" y="0"/>
                </a:lnTo>
                <a:lnTo>
                  <a:pt x="2099245" y="1312028"/>
                </a:lnTo>
                <a:lnTo>
                  <a:pt x="0" y="131202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4763107" y="5954820"/>
            <a:ext cx="681701" cy="496238"/>
          </a:xfrm>
          <a:custGeom>
            <a:avLst/>
            <a:gdLst/>
            <a:ahLst/>
            <a:cxnLst/>
            <a:rect r="r" b="b" t="t" l="l"/>
            <a:pathLst>
              <a:path h="496238" w="681701">
                <a:moveTo>
                  <a:pt x="0" y="0"/>
                </a:moveTo>
                <a:lnTo>
                  <a:pt x="681701" y="0"/>
                </a:lnTo>
                <a:lnTo>
                  <a:pt x="681701" y="496238"/>
                </a:lnTo>
                <a:lnTo>
                  <a:pt x="0" y="49623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4649104" y="4456621"/>
            <a:ext cx="656893" cy="410413"/>
          </a:xfrm>
          <a:custGeom>
            <a:avLst/>
            <a:gdLst/>
            <a:ahLst/>
            <a:cxnLst/>
            <a:rect r="r" b="b" t="t" l="l"/>
            <a:pathLst>
              <a:path h="410413" w="656893">
                <a:moveTo>
                  <a:pt x="0" y="0"/>
                </a:moveTo>
                <a:lnTo>
                  <a:pt x="656893" y="0"/>
                </a:lnTo>
                <a:lnTo>
                  <a:pt x="656893" y="410412"/>
                </a:lnTo>
                <a:lnTo>
                  <a:pt x="0" y="41041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3248774" y="5980334"/>
            <a:ext cx="1514333" cy="40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421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Web App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528557" y="3965433"/>
            <a:ext cx="1886478" cy="40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421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Front - End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360630" y="3053073"/>
            <a:ext cx="1886478" cy="40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421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Back - End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065721" y="7637326"/>
            <a:ext cx="1514333" cy="405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421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Database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46041" y="-2620458"/>
            <a:ext cx="5497739" cy="5401529"/>
          </a:xfrm>
          <a:custGeom>
            <a:avLst/>
            <a:gdLst/>
            <a:ahLst/>
            <a:cxnLst/>
            <a:rect r="r" b="b" t="t" l="l"/>
            <a:pathLst>
              <a:path h="5401529" w="5497739">
                <a:moveTo>
                  <a:pt x="0" y="0"/>
                </a:moveTo>
                <a:lnTo>
                  <a:pt x="5497739" y="0"/>
                </a:lnTo>
                <a:lnTo>
                  <a:pt x="5497739" y="5401528"/>
                </a:lnTo>
                <a:lnTo>
                  <a:pt x="0" y="5401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923911" y="5770010"/>
            <a:ext cx="6348614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06169" y="2088861"/>
            <a:ext cx="645062" cy="645062"/>
          </a:xfrm>
          <a:custGeom>
            <a:avLst/>
            <a:gdLst/>
            <a:ahLst/>
            <a:cxnLst/>
            <a:rect r="r" b="b" t="t" l="l"/>
            <a:pathLst>
              <a:path h="645062" w="645062">
                <a:moveTo>
                  <a:pt x="0" y="0"/>
                </a:moveTo>
                <a:lnTo>
                  <a:pt x="645062" y="0"/>
                </a:lnTo>
                <a:lnTo>
                  <a:pt x="645062" y="645062"/>
                </a:lnTo>
                <a:lnTo>
                  <a:pt x="0" y="645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48351" y="465455"/>
            <a:ext cx="514066" cy="508925"/>
          </a:xfrm>
          <a:custGeom>
            <a:avLst/>
            <a:gdLst/>
            <a:ahLst/>
            <a:cxnLst/>
            <a:rect r="r" b="b" t="t" l="l"/>
            <a:pathLst>
              <a:path h="508925" w="514066">
                <a:moveTo>
                  <a:pt x="0" y="0"/>
                </a:moveTo>
                <a:lnTo>
                  <a:pt x="514066" y="0"/>
                </a:lnTo>
                <a:lnTo>
                  <a:pt x="514066" y="508925"/>
                </a:lnTo>
                <a:lnTo>
                  <a:pt x="0" y="5089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111360" y="643951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17302" y="7249332"/>
            <a:ext cx="5497739" cy="5401529"/>
          </a:xfrm>
          <a:custGeom>
            <a:avLst/>
            <a:gdLst/>
            <a:ahLst/>
            <a:cxnLst/>
            <a:rect r="r" b="b" t="t" l="l"/>
            <a:pathLst>
              <a:path h="5401529" w="5497739">
                <a:moveTo>
                  <a:pt x="0" y="0"/>
                </a:moveTo>
                <a:lnTo>
                  <a:pt x="5497740" y="0"/>
                </a:lnTo>
                <a:lnTo>
                  <a:pt x="5497740" y="5401529"/>
                </a:lnTo>
                <a:lnTo>
                  <a:pt x="0" y="5401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817340" y="6321760"/>
            <a:ext cx="497701" cy="462129"/>
          </a:xfrm>
          <a:custGeom>
            <a:avLst/>
            <a:gdLst/>
            <a:ahLst/>
            <a:cxnLst/>
            <a:rect r="r" b="b" t="t" l="l"/>
            <a:pathLst>
              <a:path h="462129" w="497701">
                <a:moveTo>
                  <a:pt x="0" y="0"/>
                </a:moveTo>
                <a:lnTo>
                  <a:pt x="497702" y="0"/>
                </a:lnTo>
                <a:lnTo>
                  <a:pt x="497702" y="462129"/>
                </a:lnTo>
                <a:lnTo>
                  <a:pt x="0" y="4621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120991" b="-13800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77834" y="2147836"/>
            <a:ext cx="3546939" cy="3538072"/>
          </a:xfrm>
          <a:custGeom>
            <a:avLst/>
            <a:gdLst/>
            <a:ahLst/>
            <a:cxnLst/>
            <a:rect r="r" b="b" t="t" l="l"/>
            <a:pathLst>
              <a:path h="3538072" w="3546939">
                <a:moveTo>
                  <a:pt x="0" y="0"/>
                </a:moveTo>
                <a:lnTo>
                  <a:pt x="3546939" y="0"/>
                </a:lnTo>
                <a:lnTo>
                  <a:pt x="3546939" y="3538072"/>
                </a:lnTo>
                <a:lnTo>
                  <a:pt x="0" y="35380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25036" y="2884494"/>
            <a:ext cx="6503125" cy="749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9"/>
              </a:lnSpc>
            </a:pPr>
            <a:r>
              <a:rPr lang="en-US" sz="2824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Back-end:</a:t>
            </a:r>
          </a:p>
          <a:p>
            <a:pPr algn="l">
              <a:lnSpc>
                <a:spcPts val="5479"/>
              </a:lnSpc>
            </a:pPr>
          </a:p>
          <a:p>
            <a:pPr algn="l">
              <a:lnSpc>
                <a:spcPts val="5479"/>
              </a:lnSpc>
            </a:pPr>
          </a:p>
          <a:p>
            <a:pPr algn="l">
              <a:lnSpc>
                <a:spcPts val="5479"/>
              </a:lnSpc>
            </a:pPr>
          </a:p>
          <a:p>
            <a:pPr algn="l">
              <a:lnSpc>
                <a:spcPts val="5479"/>
              </a:lnSpc>
            </a:pPr>
          </a:p>
          <a:p>
            <a:pPr algn="l">
              <a:lnSpc>
                <a:spcPts val="5479"/>
              </a:lnSpc>
            </a:pPr>
            <a:r>
              <a:rPr lang="en-US" sz="2824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Front-end:</a:t>
            </a:r>
          </a:p>
          <a:p>
            <a:pPr algn="l">
              <a:lnSpc>
                <a:spcPts val="5479"/>
              </a:lnSpc>
            </a:pPr>
          </a:p>
          <a:p>
            <a:pPr algn="l">
              <a:lnSpc>
                <a:spcPts val="5479"/>
              </a:lnSpc>
            </a:pPr>
          </a:p>
          <a:p>
            <a:pPr algn="l">
              <a:lnSpc>
                <a:spcPts val="5479"/>
              </a:lnSpc>
            </a:pPr>
          </a:p>
          <a:p>
            <a:pPr algn="l">
              <a:lnSpc>
                <a:spcPts val="5479"/>
              </a:lnSpc>
            </a:pPr>
          </a:p>
          <a:p>
            <a:pPr algn="l">
              <a:lnSpc>
                <a:spcPts val="54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793482" y="3410970"/>
            <a:ext cx="3129790" cy="268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9753" indent="-304876" lvl="1">
              <a:lnSpc>
                <a:spcPts val="5479"/>
              </a:lnSpc>
              <a:buFont typeface="Arial"/>
              <a:buChar char="•"/>
            </a:pPr>
            <a:r>
              <a:rPr lang="en-US" sz="282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.NET Core</a:t>
            </a:r>
            <a:r>
              <a:rPr lang="en-US" sz="282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</a:p>
          <a:p>
            <a:pPr algn="l" marL="609753" indent="-304876" lvl="1">
              <a:lnSpc>
                <a:spcPts val="5479"/>
              </a:lnSpc>
              <a:buFont typeface="Arial"/>
              <a:buChar char="•"/>
            </a:pPr>
            <a:r>
              <a:rPr lang="en-US" sz="282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SQL Server</a:t>
            </a:r>
          </a:p>
          <a:p>
            <a:pPr algn="l" marL="609753" indent="-304876" lvl="1">
              <a:lnSpc>
                <a:spcPts val="5479"/>
              </a:lnSpc>
              <a:buFont typeface="Arial"/>
              <a:buChar char="•"/>
            </a:pPr>
            <a:r>
              <a:rPr lang="en-US" sz="282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JWT</a:t>
            </a:r>
          </a:p>
          <a:p>
            <a:pPr algn="l" marL="609753" indent="-304876" lvl="1">
              <a:lnSpc>
                <a:spcPts val="5479"/>
              </a:lnSpc>
              <a:buFont typeface="Arial"/>
              <a:buChar char="•"/>
            </a:pPr>
            <a:r>
              <a:rPr lang="en-US" sz="282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Vn</a:t>
            </a:r>
            <a:r>
              <a:rPr lang="en-US" sz="282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Pay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93482" y="7041543"/>
            <a:ext cx="2855540" cy="1997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9753" indent="-304876" lvl="1">
              <a:lnSpc>
                <a:spcPts val="5479"/>
              </a:lnSpc>
              <a:buFont typeface="Arial"/>
              <a:buChar char="•"/>
            </a:pPr>
            <a:r>
              <a:rPr lang="en-US" sz="282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</a:t>
            </a:r>
            <a:r>
              <a:rPr lang="en-US" sz="282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eact/js</a:t>
            </a:r>
          </a:p>
          <a:p>
            <a:pPr algn="l" marL="609753" indent="-304876" lvl="1">
              <a:lnSpc>
                <a:spcPts val="5479"/>
              </a:lnSpc>
              <a:buFont typeface="Arial"/>
              <a:buChar char="•"/>
            </a:pPr>
            <a:r>
              <a:rPr lang="en-US" sz="282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Tailwindcss</a:t>
            </a:r>
          </a:p>
          <a:p>
            <a:pPr algn="l" marL="609753" indent="-304876" lvl="1">
              <a:lnSpc>
                <a:spcPts val="5479"/>
              </a:lnSpc>
              <a:buFont typeface="Arial"/>
              <a:buChar char="•"/>
            </a:pPr>
            <a:r>
              <a:rPr lang="en-US" sz="282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Javascript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218101" y="6979182"/>
            <a:ext cx="1109089" cy="852137"/>
          </a:xfrm>
          <a:custGeom>
            <a:avLst/>
            <a:gdLst/>
            <a:ahLst/>
            <a:cxnLst/>
            <a:rect r="r" b="b" t="t" l="l"/>
            <a:pathLst>
              <a:path h="852137" w="1109089">
                <a:moveTo>
                  <a:pt x="0" y="0"/>
                </a:moveTo>
                <a:lnTo>
                  <a:pt x="1109089" y="0"/>
                </a:lnTo>
                <a:lnTo>
                  <a:pt x="1109089" y="852137"/>
                </a:lnTo>
                <a:lnTo>
                  <a:pt x="0" y="85213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381533" y="5602229"/>
            <a:ext cx="782225" cy="782225"/>
          </a:xfrm>
          <a:custGeom>
            <a:avLst/>
            <a:gdLst/>
            <a:ahLst/>
            <a:cxnLst/>
            <a:rect r="r" b="b" t="t" l="l"/>
            <a:pathLst>
              <a:path h="782225" w="782225">
                <a:moveTo>
                  <a:pt x="0" y="0"/>
                </a:moveTo>
                <a:lnTo>
                  <a:pt x="782225" y="0"/>
                </a:lnTo>
                <a:lnTo>
                  <a:pt x="782225" y="782225"/>
                </a:lnTo>
                <a:lnTo>
                  <a:pt x="0" y="7822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192913" y="4843136"/>
            <a:ext cx="1062149" cy="663843"/>
          </a:xfrm>
          <a:custGeom>
            <a:avLst/>
            <a:gdLst/>
            <a:ahLst/>
            <a:cxnLst/>
            <a:rect r="r" b="b" t="t" l="l"/>
            <a:pathLst>
              <a:path h="663843" w="1062149">
                <a:moveTo>
                  <a:pt x="0" y="0"/>
                </a:moveTo>
                <a:lnTo>
                  <a:pt x="1062148" y="0"/>
                </a:lnTo>
                <a:lnTo>
                  <a:pt x="1062148" y="663843"/>
                </a:lnTo>
                <a:lnTo>
                  <a:pt x="0" y="66384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449824" y="4183704"/>
            <a:ext cx="686586" cy="564317"/>
          </a:xfrm>
          <a:custGeom>
            <a:avLst/>
            <a:gdLst/>
            <a:ahLst/>
            <a:cxnLst/>
            <a:rect r="r" b="b" t="t" l="l"/>
            <a:pathLst>
              <a:path h="564317" w="686586">
                <a:moveTo>
                  <a:pt x="0" y="0"/>
                </a:moveTo>
                <a:lnTo>
                  <a:pt x="686586" y="0"/>
                </a:lnTo>
                <a:lnTo>
                  <a:pt x="686586" y="564317"/>
                </a:lnTo>
                <a:lnTo>
                  <a:pt x="0" y="56431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449824" y="3460311"/>
            <a:ext cx="666398" cy="576864"/>
          </a:xfrm>
          <a:custGeom>
            <a:avLst/>
            <a:gdLst/>
            <a:ahLst/>
            <a:cxnLst/>
            <a:rect r="r" b="b" t="t" l="l"/>
            <a:pathLst>
              <a:path h="576864" w="666398">
                <a:moveTo>
                  <a:pt x="0" y="0"/>
                </a:moveTo>
                <a:lnTo>
                  <a:pt x="666398" y="0"/>
                </a:lnTo>
                <a:lnTo>
                  <a:pt x="666398" y="576864"/>
                </a:lnTo>
                <a:lnTo>
                  <a:pt x="0" y="5768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18868" r="0" b="-10285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457338" y="3649236"/>
            <a:ext cx="939740" cy="632837"/>
          </a:xfrm>
          <a:custGeom>
            <a:avLst/>
            <a:gdLst/>
            <a:ahLst/>
            <a:cxnLst/>
            <a:rect r="r" b="b" t="t" l="l"/>
            <a:pathLst>
              <a:path h="632837" w="939740">
                <a:moveTo>
                  <a:pt x="0" y="0"/>
                </a:moveTo>
                <a:lnTo>
                  <a:pt x="939740" y="0"/>
                </a:lnTo>
                <a:lnTo>
                  <a:pt x="939740" y="632838"/>
                </a:lnTo>
                <a:lnTo>
                  <a:pt x="0" y="63283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457338" y="4437737"/>
            <a:ext cx="913517" cy="513854"/>
          </a:xfrm>
          <a:custGeom>
            <a:avLst/>
            <a:gdLst/>
            <a:ahLst/>
            <a:cxnLst/>
            <a:rect r="r" b="b" t="t" l="l"/>
            <a:pathLst>
              <a:path h="513854" w="913517">
                <a:moveTo>
                  <a:pt x="0" y="0"/>
                </a:moveTo>
                <a:lnTo>
                  <a:pt x="913518" y="0"/>
                </a:lnTo>
                <a:lnTo>
                  <a:pt x="913518" y="513853"/>
                </a:lnTo>
                <a:lnTo>
                  <a:pt x="0" y="51385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577042"/>
            <a:ext cx="14333717" cy="126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System Architecture Overview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8768" y="2225866"/>
            <a:ext cx="2576304" cy="525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8"/>
              </a:lnSpc>
            </a:pPr>
            <a:r>
              <a:rPr lang="en-US" sz="3127" u="sng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Tech Stack: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17166" y="3509339"/>
            <a:ext cx="2855540" cy="130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9753" indent="-304876" lvl="1">
              <a:lnSpc>
                <a:spcPts val="5479"/>
              </a:lnSpc>
              <a:buFont typeface="Arial"/>
              <a:buChar char="•"/>
            </a:pPr>
            <a:r>
              <a:rPr lang="en-US" sz="282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GitHub</a:t>
            </a:r>
          </a:p>
          <a:p>
            <a:pPr algn="l" marL="609753" indent="-304876" lvl="1">
              <a:lnSpc>
                <a:spcPts val="5479"/>
              </a:lnSpc>
              <a:buFont typeface="Arial"/>
              <a:buChar char="•"/>
            </a:pPr>
            <a:r>
              <a:rPr lang="en-US" sz="282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Ji</a:t>
            </a:r>
            <a:r>
              <a:rPr lang="en-US" sz="282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ra</a:t>
            </a:r>
          </a:p>
        </p:txBody>
      </p:sp>
      <p:sp>
        <p:nvSpPr>
          <p:cNvPr name="Freeform 23" id="23"/>
          <p:cNvSpPr/>
          <p:nvPr/>
        </p:nvSpPr>
        <p:spPr>
          <a:xfrm flipH="true" flipV="false" rot="0">
            <a:off x="17259300" y="67328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431795" y="7974194"/>
            <a:ext cx="681701" cy="496238"/>
          </a:xfrm>
          <a:custGeom>
            <a:avLst/>
            <a:gdLst/>
            <a:ahLst/>
            <a:cxnLst/>
            <a:rect r="r" b="b" t="t" l="l"/>
            <a:pathLst>
              <a:path h="496238" w="681701">
                <a:moveTo>
                  <a:pt x="0" y="0"/>
                </a:moveTo>
                <a:lnTo>
                  <a:pt x="681700" y="0"/>
                </a:lnTo>
                <a:lnTo>
                  <a:pt x="681700" y="496238"/>
                </a:lnTo>
                <a:lnTo>
                  <a:pt x="0" y="49623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479517" y="8613307"/>
            <a:ext cx="656893" cy="410413"/>
          </a:xfrm>
          <a:custGeom>
            <a:avLst/>
            <a:gdLst/>
            <a:ahLst/>
            <a:cxnLst/>
            <a:rect r="r" b="b" t="t" l="l"/>
            <a:pathLst>
              <a:path h="410413" w="656893">
                <a:moveTo>
                  <a:pt x="0" y="0"/>
                </a:moveTo>
                <a:lnTo>
                  <a:pt x="656893" y="0"/>
                </a:lnTo>
                <a:lnTo>
                  <a:pt x="656893" y="410413"/>
                </a:lnTo>
                <a:lnTo>
                  <a:pt x="0" y="41041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074709" y="2922735"/>
            <a:ext cx="6503125" cy="622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9"/>
              </a:lnSpc>
            </a:pPr>
            <a:r>
              <a:rPr lang="en-US" sz="2824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Project management:</a:t>
            </a:r>
          </a:p>
        </p:txBody>
      </p:sp>
      <p:sp>
        <p:nvSpPr>
          <p:cNvPr name="AutoShape 27" id="27"/>
          <p:cNvSpPr/>
          <p:nvPr/>
        </p:nvSpPr>
        <p:spPr>
          <a:xfrm flipV="true">
            <a:off x="6664208" y="3084519"/>
            <a:ext cx="0" cy="6173781"/>
          </a:xfrm>
          <a:prstGeom prst="line">
            <a:avLst/>
          </a:prstGeom>
          <a:ln cap="flat" w="9525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187689">
            <a:off x="14854537" y="-1431903"/>
            <a:ext cx="5415105" cy="3438591"/>
          </a:xfrm>
          <a:custGeom>
            <a:avLst/>
            <a:gdLst/>
            <a:ahLst/>
            <a:cxnLst/>
            <a:rect r="r" b="b" t="t" l="l"/>
            <a:pathLst>
              <a:path h="3438591" w="5415105">
                <a:moveTo>
                  <a:pt x="0" y="0"/>
                </a:moveTo>
                <a:lnTo>
                  <a:pt x="5415105" y="0"/>
                </a:lnTo>
                <a:lnTo>
                  <a:pt x="5415105" y="3438592"/>
                </a:lnTo>
                <a:lnTo>
                  <a:pt x="0" y="3438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515919" y="0"/>
            <a:ext cx="5011914" cy="2910131"/>
          </a:xfrm>
          <a:custGeom>
            <a:avLst/>
            <a:gdLst/>
            <a:ahLst/>
            <a:cxnLst/>
            <a:rect r="r" b="b" t="t" l="l"/>
            <a:pathLst>
              <a:path h="2910131" w="5011914">
                <a:moveTo>
                  <a:pt x="0" y="0"/>
                </a:moveTo>
                <a:lnTo>
                  <a:pt x="5011914" y="0"/>
                </a:lnTo>
                <a:lnTo>
                  <a:pt x="5011914" y="2910131"/>
                </a:lnTo>
                <a:lnTo>
                  <a:pt x="0" y="2910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71577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118152" y="8229600"/>
            <a:ext cx="2236304" cy="2057400"/>
          </a:xfrm>
          <a:custGeom>
            <a:avLst/>
            <a:gdLst/>
            <a:ahLst/>
            <a:cxnLst/>
            <a:rect r="r" b="b" t="t" l="l"/>
            <a:pathLst>
              <a:path h="2057400" w="2236304">
                <a:moveTo>
                  <a:pt x="0" y="0"/>
                </a:moveTo>
                <a:lnTo>
                  <a:pt x="2236304" y="0"/>
                </a:lnTo>
                <a:lnTo>
                  <a:pt x="22363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77989" y="9106776"/>
            <a:ext cx="500635" cy="564968"/>
          </a:xfrm>
          <a:custGeom>
            <a:avLst/>
            <a:gdLst/>
            <a:ahLst/>
            <a:cxnLst/>
            <a:rect r="r" b="b" t="t" l="l"/>
            <a:pathLst>
              <a:path h="564968" w="500635">
                <a:moveTo>
                  <a:pt x="0" y="0"/>
                </a:moveTo>
                <a:lnTo>
                  <a:pt x="500635" y="0"/>
                </a:lnTo>
                <a:lnTo>
                  <a:pt x="500635" y="564968"/>
                </a:lnTo>
                <a:lnTo>
                  <a:pt x="0" y="5649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1412" r="-82197" b="-3003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0885" y="5805739"/>
            <a:ext cx="560287" cy="560287"/>
          </a:xfrm>
          <a:custGeom>
            <a:avLst/>
            <a:gdLst/>
            <a:ahLst/>
            <a:cxnLst/>
            <a:rect r="r" b="b" t="t" l="l"/>
            <a:pathLst>
              <a:path h="560287" w="560287">
                <a:moveTo>
                  <a:pt x="0" y="0"/>
                </a:moveTo>
                <a:lnTo>
                  <a:pt x="560287" y="0"/>
                </a:lnTo>
                <a:lnTo>
                  <a:pt x="560287" y="560288"/>
                </a:lnTo>
                <a:lnTo>
                  <a:pt x="0" y="5602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033221" y="3309185"/>
            <a:ext cx="1566851" cy="1707740"/>
          </a:xfrm>
          <a:custGeom>
            <a:avLst/>
            <a:gdLst/>
            <a:ahLst/>
            <a:cxnLst/>
            <a:rect r="r" b="b" t="t" l="l"/>
            <a:pathLst>
              <a:path h="1707740" w="1566851">
                <a:moveTo>
                  <a:pt x="1566852" y="0"/>
                </a:moveTo>
                <a:lnTo>
                  <a:pt x="0" y="0"/>
                </a:lnTo>
                <a:lnTo>
                  <a:pt x="0" y="1707739"/>
                </a:lnTo>
                <a:lnTo>
                  <a:pt x="1566852" y="1707739"/>
                </a:lnTo>
                <a:lnTo>
                  <a:pt x="1566852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011271" y="3300006"/>
            <a:ext cx="930983" cy="1546312"/>
            <a:chOff x="0" y="0"/>
            <a:chExt cx="1241310" cy="20617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5330" cy="2061749"/>
            </a:xfrm>
            <a:custGeom>
              <a:avLst/>
              <a:gdLst/>
              <a:ahLst/>
              <a:cxnLst/>
              <a:rect r="r" b="b" t="t" l="l"/>
              <a:pathLst>
                <a:path h="2061749" w="595330">
                  <a:moveTo>
                    <a:pt x="0" y="0"/>
                  </a:moveTo>
                  <a:lnTo>
                    <a:pt x="595330" y="0"/>
                  </a:lnTo>
                  <a:lnTo>
                    <a:pt x="595330" y="2061749"/>
                  </a:lnTo>
                  <a:lnTo>
                    <a:pt x="0" y="206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6356" y="0"/>
              <a:ext cx="554954" cy="2061749"/>
            </a:xfrm>
            <a:custGeom>
              <a:avLst/>
              <a:gdLst/>
              <a:ahLst/>
              <a:cxnLst/>
              <a:rect r="r" b="b" t="t" l="l"/>
              <a:pathLst>
                <a:path h="2061749" w="554954">
                  <a:moveTo>
                    <a:pt x="0" y="0"/>
                  </a:moveTo>
                  <a:lnTo>
                    <a:pt x="554954" y="0"/>
                  </a:lnTo>
                  <a:lnTo>
                    <a:pt x="554954" y="2061749"/>
                  </a:lnTo>
                  <a:lnTo>
                    <a:pt x="0" y="206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2429179" y="3341183"/>
            <a:ext cx="1643744" cy="1643744"/>
          </a:xfrm>
          <a:custGeom>
            <a:avLst/>
            <a:gdLst/>
            <a:ahLst/>
            <a:cxnLst/>
            <a:rect r="r" b="b" t="t" l="l"/>
            <a:pathLst>
              <a:path h="1643744" w="1643744">
                <a:moveTo>
                  <a:pt x="0" y="0"/>
                </a:moveTo>
                <a:lnTo>
                  <a:pt x="1643744" y="0"/>
                </a:lnTo>
                <a:lnTo>
                  <a:pt x="1643744" y="1643743"/>
                </a:lnTo>
                <a:lnTo>
                  <a:pt x="0" y="164374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17756" y="5236842"/>
            <a:ext cx="466545" cy="467715"/>
          </a:xfrm>
          <a:custGeom>
            <a:avLst/>
            <a:gdLst/>
            <a:ahLst/>
            <a:cxnLst/>
            <a:rect r="r" b="b" t="t" l="l"/>
            <a:pathLst>
              <a:path h="467715" w="466545">
                <a:moveTo>
                  <a:pt x="0" y="0"/>
                </a:moveTo>
                <a:lnTo>
                  <a:pt x="466545" y="0"/>
                </a:lnTo>
                <a:lnTo>
                  <a:pt x="466545" y="467715"/>
                </a:lnTo>
                <a:lnTo>
                  <a:pt x="0" y="46771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9510" y="6512229"/>
            <a:ext cx="663037" cy="527114"/>
          </a:xfrm>
          <a:custGeom>
            <a:avLst/>
            <a:gdLst/>
            <a:ahLst/>
            <a:cxnLst/>
            <a:rect r="r" b="b" t="t" l="l"/>
            <a:pathLst>
              <a:path h="527114" w="663037">
                <a:moveTo>
                  <a:pt x="0" y="0"/>
                </a:moveTo>
                <a:lnTo>
                  <a:pt x="663037" y="0"/>
                </a:lnTo>
                <a:lnTo>
                  <a:pt x="663037" y="527114"/>
                </a:lnTo>
                <a:lnTo>
                  <a:pt x="0" y="52711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502544" y="5821273"/>
            <a:ext cx="547766" cy="471078"/>
          </a:xfrm>
          <a:custGeom>
            <a:avLst/>
            <a:gdLst/>
            <a:ahLst/>
            <a:cxnLst/>
            <a:rect r="r" b="b" t="t" l="l"/>
            <a:pathLst>
              <a:path h="471078" w="547766">
                <a:moveTo>
                  <a:pt x="0" y="0"/>
                </a:moveTo>
                <a:lnTo>
                  <a:pt x="547766" y="0"/>
                </a:lnTo>
                <a:lnTo>
                  <a:pt x="547766" y="471079"/>
                </a:lnTo>
                <a:lnTo>
                  <a:pt x="0" y="47107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79328" y="7974380"/>
            <a:ext cx="280365" cy="400522"/>
          </a:xfrm>
          <a:custGeom>
            <a:avLst/>
            <a:gdLst/>
            <a:ahLst/>
            <a:cxnLst/>
            <a:rect r="r" b="b" t="t" l="l"/>
            <a:pathLst>
              <a:path h="400522" w="280365">
                <a:moveTo>
                  <a:pt x="0" y="0"/>
                </a:moveTo>
                <a:lnTo>
                  <a:pt x="280365" y="0"/>
                </a:lnTo>
                <a:lnTo>
                  <a:pt x="280365" y="400522"/>
                </a:lnTo>
                <a:lnTo>
                  <a:pt x="0" y="40052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0222" y="7974380"/>
            <a:ext cx="280365" cy="400522"/>
          </a:xfrm>
          <a:custGeom>
            <a:avLst/>
            <a:gdLst/>
            <a:ahLst/>
            <a:cxnLst/>
            <a:rect r="r" b="b" t="t" l="l"/>
            <a:pathLst>
              <a:path h="400522" w="280365">
                <a:moveTo>
                  <a:pt x="0" y="0"/>
                </a:moveTo>
                <a:lnTo>
                  <a:pt x="280366" y="0"/>
                </a:lnTo>
                <a:lnTo>
                  <a:pt x="280366" y="400522"/>
                </a:lnTo>
                <a:lnTo>
                  <a:pt x="0" y="40052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59693" y="8044376"/>
            <a:ext cx="260529" cy="260529"/>
          </a:xfrm>
          <a:custGeom>
            <a:avLst/>
            <a:gdLst/>
            <a:ahLst/>
            <a:cxnLst/>
            <a:rect r="r" b="b" t="t" l="l"/>
            <a:pathLst>
              <a:path h="260529" w="260529">
                <a:moveTo>
                  <a:pt x="0" y="0"/>
                </a:moveTo>
                <a:lnTo>
                  <a:pt x="260529" y="0"/>
                </a:lnTo>
                <a:lnTo>
                  <a:pt x="260529" y="260530"/>
                </a:lnTo>
                <a:lnTo>
                  <a:pt x="0" y="26053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38229" y="8523807"/>
            <a:ext cx="574224" cy="582969"/>
          </a:xfrm>
          <a:custGeom>
            <a:avLst/>
            <a:gdLst/>
            <a:ahLst/>
            <a:cxnLst/>
            <a:rect r="r" b="b" t="t" l="l"/>
            <a:pathLst>
              <a:path h="582969" w="574224">
                <a:moveTo>
                  <a:pt x="0" y="0"/>
                </a:moveTo>
                <a:lnTo>
                  <a:pt x="574224" y="0"/>
                </a:lnTo>
                <a:lnTo>
                  <a:pt x="574224" y="582969"/>
                </a:lnTo>
                <a:lnTo>
                  <a:pt x="0" y="582969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498842" y="5291795"/>
            <a:ext cx="551468" cy="426009"/>
          </a:xfrm>
          <a:custGeom>
            <a:avLst/>
            <a:gdLst/>
            <a:ahLst/>
            <a:cxnLst/>
            <a:rect r="r" b="b" t="t" l="l"/>
            <a:pathLst>
              <a:path h="426009" w="551468">
                <a:moveTo>
                  <a:pt x="0" y="0"/>
                </a:moveTo>
                <a:lnTo>
                  <a:pt x="551468" y="0"/>
                </a:lnTo>
                <a:lnTo>
                  <a:pt x="551468" y="426009"/>
                </a:lnTo>
                <a:lnTo>
                  <a:pt x="0" y="426009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312672" y="5236842"/>
            <a:ext cx="551468" cy="426009"/>
          </a:xfrm>
          <a:custGeom>
            <a:avLst/>
            <a:gdLst/>
            <a:ahLst/>
            <a:cxnLst/>
            <a:rect r="r" b="b" t="t" l="l"/>
            <a:pathLst>
              <a:path h="426009" w="551468">
                <a:moveTo>
                  <a:pt x="0" y="0"/>
                </a:moveTo>
                <a:lnTo>
                  <a:pt x="551468" y="0"/>
                </a:lnTo>
                <a:lnTo>
                  <a:pt x="551468" y="426009"/>
                </a:lnTo>
                <a:lnTo>
                  <a:pt x="0" y="426009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373792" y="5821273"/>
            <a:ext cx="490348" cy="486670"/>
          </a:xfrm>
          <a:custGeom>
            <a:avLst/>
            <a:gdLst/>
            <a:ahLst/>
            <a:cxnLst/>
            <a:rect r="r" b="b" t="t" l="l"/>
            <a:pathLst>
              <a:path h="486670" w="490348">
                <a:moveTo>
                  <a:pt x="0" y="0"/>
                </a:moveTo>
                <a:lnTo>
                  <a:pt x="490348" y="0"/>
                </a:lnTo>
                <a:lnTo>
                  <a:pt x="490348" y="486671"/>
                </a:lnTo>
                <a:lnTo>
                  <a:pt x="0" y="486671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449416" y="6401234"/>
            <a:ext cx="414723" cy="464676"/>
          </a:xfrm>
          <a:custGeom>
            <a:avLst/>
            <a:gdLst/>
            <a:ahLst/>
            <a:cxnLst/>
            <a:rect r="r" b="b" t="t" l="l"/>
            <a:pathLst>
              <a:path h="464676" w="414723">
                <a:moveTo>
                  <a:pt x="0" y="0"/>
                </a:moveTo>
                <a:lnTo>
                  <a:pt x="414724" y="0"/>
                </a:lnTo>
                <a:lnTo>
                  <a:pt x="414724" y="464675"/>
                </a:lnTo>
                <a:lnTo>
                  <a:pt x="0" y="46467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449416" y="7027834"/>
            <a:ext cx="420341" cy="420341"/>
          </a:xfrm>
          <a:custGeom>
            <a:avLst/>
            <a:gdLst/>
            <a:ahLst/>
            <a:cxnLst/>
            <a:rect r="r" b="b" t="t" l="l"/>
            <a:pathLst>
              <a:path h="420341" w="420341">
                <a:moveTo>
                  <a:pt x="0" y="0"/>
                </a:moveTo>
                <a:lnTo>
                  <a:pt x="420341" y="0"/>
                </a:lnTo>
                <a:lnTo>
                  <a:pt x="420341" y="420341"/>
                </a:lnTo>
                <a:lnTo>
                  <a:pt x="0" y="420341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449416" y="7603373"/>
            <a:ext cx="443693" cy="445363"/>
          </a:xfrm>
          <a:custGeom>
            <a:avLst/>
            <a:gdLst/>
            <a:ahLst/>
            <a:cxnLst/>
            <a:rect r="r" b="b" t="t" l="l"/>
            <a:pathLst>
              <a:path h="445363" w="443693">
                <a:moveTo>
                  <a:pt x="0" y="0"/>
                </a:moveTo>
                <a:lnTo>
                  <a:pt x="443693" y="0"/>
                </a:lnTo>
                <a:lnTo>
                  <a:pt x="443693" y="445363"/>
                </a:lnTo>
                <a:lnTo>
                  <a:pt x="0" y="44536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480485" y="8201136"/>
            <a:ext cx="412624" cy="461677"/>
          </a:xfrm>
          <a:custGeom>
            <a:avLst/>
            <a:gdLst/>
            <a:ahLst/>
            <a:cxnLst/>
            <a:rect r="r" b="b" t="t" l="l"/>
            <a:pathLst>
              <a:path h="461677" w="412624">
                <a:moveTo>
                  <a:pt x="0" y="0"/>
                </a:moveTo>
                <a:lnTo>
                  <a:pt x="412624" y="0"/>
                </a:lnTo>
                <a:lnTo>
                  <a:pt x="412624" y="461678"/>
                </a:lnTo>
                <a:lnTo>
                  <a:pt x="0" y="461678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499149" y="8748461"/>
            <a:ext cx="393960" cy="493994"/>
          </a:xfrm>
          <a:custGeom>
            <a:avLst/>
            <a:gdLst/>
            <a:ahLst/>
            <a:cxnLst/>
            <a:rect r="r" b="b" t="t" l="l"/>
            <a:pathLst>
              <a:path h="493994" w="393960">
                <a:moveTo>
                  <a:pt x="0" y="0"/>
                </a:moveTo>
                <a:lnTo>
                  <a:pt x="393960" y="0"/>
                </a:lnTo>
                <a:lnTo>
                  <a:pt x="393960" y="493994"/>
                </a:lnTo>
                <a:lnTo>
                  <a:pt x="0" y="493994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12429067" y="9394855"/>
            <a:ext cx="484392" cy="484392"/>
          </a:xfrm>
          <a:custGeom>
            <a:avLst/>
            <a:gdLst/>
            <a:ahLst/>
            <a:cxnLst/>
            <a:rect r="r" b="b" t="t" l="l"/>
            <a:pathLst>
              <a:path h="484392" w="484392">
                <a:moveTo>
                  <a:pt x="484392" y="0"/>
                </a:moveTo>
                <a:lnTo>
                  <a:pt x="0" y="0"/>
                </a:lnTo>
                <a:lnTo>
                  <a:pt x="0" y="484392"/>
                </a:lnTo>
                <a:lnTo>
                  <a:pt x="484392" y="484392"/>
                </a:lnTo>
                <a:lnTo>
                  <a:pt x="484392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70885" y="7236752"/>
            <a:ext cx="581704" cy="592819"/>
          </a:xfrm>
          <a:custGeom>
            <a:avLst/>
            <a:gdLst/>
            <a:ahLst/>
            <a:cxnLst/>
            <a:rect r="r" b="b" t="t" l="l"/>
            <a:pathLst>
              <a:path h="592819" w="581704">
                <a:moveTo>
                  <a:pt x="0" y="0"/>
                </a:moveTo>
                <a:lnTo>
                  <a:pt x="581704" y="0"/>
                </a:lnTo>
                <a:lnTo>
                  <a:pt x="581704" y="592819"/>
                </a:lnTo>
                <a:lnTo>
                  <a:pt x="0" y="592819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498842" y="6379208"/>
            <a:ext cx="508727" cy="508727"/>
          </a:xfrm>
          <a:custGeom>
            <a:avLst/>
            <a:gdLst/>
            <a:ahLst/>
            <a:cxnLst/>
            <a:rect r="r" b="b" t="t" l="l"/>
            <a:pathLst>
              <a:path h="508727" w="508727">
                <a:moveTo>
                  <a:pt x="0" y="0"/>
                </a:moveTo>
                <a:lnTo>
                  <a:pt x="508727" y="0"/>
                </a:lnTo>
                <a:lnTo>
                  <a:pt x="508727" y="508727"/>
                </a:lnTo>
                <a:lnTo>
                  <a:pt x="0" y="508727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498632" y="7571586"/>
            <a:ext cx="508937" cy="508937"/>
          </a:xfrm>
          <a:custGeom>
            <a:avLst/>
            <a:gdLst/>
            <a:ahLst/>
            <a:cxnLst/>
            <a:rect r="r" b="b" t="t" l="l"/>
            <a:pathLst>
              <a:path h="508937" w="508937">
                <a:moveTo>
                  <a:pt x="0" y="0"/>
                </a:moveTo>
                <a:lnTo>
                  <a:pt x="508937" y="0"/>
                </a:lnTo>
                <a:lnTo>
                  <a:pt x="508937" y="508937"/>
                </a:lnTo>
                <a:lnTo>
                  <a:pt x="0" y="508937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479717" y="8166248"/>
            <a:ext cx="570593" cy="479298"/>
          </a:xfrm>
          <a:custGeom>
            <a:avLst/>
            <a:gdLst/>
            <a:ahLst/>
            <a:cxnLst/>
            <a:rect r="r" b="b" t="t" l="l"/>
            <a:pathLst>
              <a:path h="479298" w="570593">
                <a:moveTo>
                  <a:pt x="0" y="0"/>
                </a:moveTo>
                <a:lnTo>
                  <a:pt x="570593" y="0"/>
                </a:lnTo>
                <a:lnTo>
                  <a:pt x="570593" y="479298"/>
                </a:lnTo>
                <a:lnTo>
                  <a:pt x="0" y="479298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566833" y="9314224"/>
            <a:ext cx="512052" cy="565023"/>
          </a:xfrm>
          <a:custGeom>
            <a:avLst/>
            <a:gdLst/>
            <a:ahLst/>
            <a:cxnLst/>
            <a:rect r="r" b="b" t="t" l="l"/>
            <a:pathLst>
              <a:path h="565023" w="512052">
                <a:moveTo>
                  <a:pt x="0" y="0"/>
                </a:moveTo>
                <a:lnTo>
                  <a:pt x="512052" y="0"/>
                </a:lnTo>
                <a:lnTo>
                  <a:pt x="512052" y="565023"/>
                </a:lnTo>
                <a:lnTo>
                  <a:pt x="0" y="565023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118152" y="820030"/>
            <a:ext cx="9133815" cy="126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Actors &amp; Features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10180" y="5111617"/>
            <a:ext cx="2831072" cy="396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sz="2791" spc="228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Register a plan</a:t>
            </a:r>
          </a:p>
          <a:p>
            <a:pPr algn="l">
              <a:lnSpc>
                <a:spcPts val="5304"/>
              </a:lnSpc>
            </a:pPr>
            <a:r>
              <a:rPr lang="en-US" sz="2791" spc="228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 vehicles</a:t>
            </a:r>
          </a:p>
          <a:p>
            <a:pPr algn="l">
              <a:lnSpc>
                <a:spcPts val="5304"/>
              </a:lnSpc>
            </a:pPr>
            <a:r>
              <a:rPr lang="en-US" sz="2791" spc="228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Find station</a:t>
            </a:r>
          </a:p>
          <a:p>
            <a:pPr algn="l">
              <a:lnSpc>
                <a:spcPts val="5304"/>
              </a:lnSpc>
            </a:pPr>
            <a:r>
              <a:rPr lang="en-US" sz="2791" spc="228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Booking </a:t>
            </a:r>
          </a:p>
          <a:p>
            <a:pPr algn="l">
              <a:lnSpc>
                <a:spcPts val="5304"/>
              </a:lnSpc>
            </a:pPr>
            <a:r>
              <a:rPr lang="en-US" sz="2791" spc="228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Swap battery</a:t>
            </a:r>
          </a:p>
          <a:p>
            <a:pPr algn="l">
              <a:lnSpc>
                <a:spcPts val="5304"/>
              </a:lnSpc>
            </a:pPr>
            <a:r>
              <a:rPr lang="en-US" sz="2791" spc="228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Payment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694193" y="4025536"/>
            <a:ext cx="1695442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EV Drivers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112101" y="3918925"/>
            <a:ext cx="1695442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Staffs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59018" y="3830672"/>
            <a:ext cx="261960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Administration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984057" y="5065392"/>
            <a:ext cx="4275243" cy="534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Dashboard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Cu</a:t>
            </a: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stomer management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Staff management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Rental plan management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Station management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Report management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View transactions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Initiate transaction</a:t>
            </a:r>
          </a:p>
          <a:p>
            <a:pPr algn="l">
              <a:lnSpc>
                <a:spcPts val="4749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7145560" y="5065392"/>
            <a:ext cx="4679487" cy="534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Dashboard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</a:t>
            </a: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ooking management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</a:t>
            </a: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ttery swap history management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Battery swap assistance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Battery inventory management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Interact with battery pillars</a:t>
            </a:r>
          </a:p>
          <a:p>
            <a:pPr algn="l">
              <a:lnSpc>
                <a:spcPts val="474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187689">
            <a:off x="14854537" y="-1431903"/>
            <a:ext cx="5415105" cy="3438591"/>
          </a:xfrm>
          <a:custGeom>
            <a:avLst/>
            <a:gdLst/>
            <a:ahLst/>
            <a:cxnLst/>
            <a:rect r="r" b="b" t="t" l="l"/>
            <a:pathLst>
              <a:path h="3438591" w="5415105">
                <a:moveTo>
                  <a:pt x="0" y="0"/>
                </a:moveTo>
                <a:lnTo>
                  <a:pt x="5415105" y="0"/>
                </a:lnTo>
                <a:lnTo>
                  <a:pt x="5415105" y="3438592"/>
                </a:lnTo>
                <a:lnTo>
                  <a:pt x="0" y="3438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515919" y="0"/>
            <a:ext cx="5011914" cy="2910131"/>
          </a:xfrm>
          <a:custGeom>
            <a:avLst/>
            <a:gdLst/>
            <a:ahLst/>
            <a:cxnLst/>
            <a:rect r="r" b="b" t="t" l="l"/>
            <a:pathLst>
              <a:path h="2910131" w="5011914">
                <a:moveTo>
                  <a:pt x="0" y="0"/>
                </a:moveTo>
                <a:lnTo>
                  <a:pt x="5011914" y="0"/>
                </a:lnTo>
                <a:lnTo>
                  <a:pt x="5011914" y="2910131"/>
                </a:lnTo>
                <a:lnTo>
                  <a:pt x="0" y="2910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71577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118152" y="8229600"/>
            <a:ext cx="2236304" cy="2057400"/>
          </a:xfrm>
          <a:custGeom>
            <a:avLst/>
            <a:gdLst/>
            <a:ahLst/>
            <a:cxnLst/>
            <a:rect r="r" b="b" t="t" l="l"/>
            <a:pathLst>
              <a:path h="2057400" w="2236304">
                <a:moveTo>
                  <a:pt x="0" y="0"/>
                </a:moveTo>
                <a:lnTo>
                  <a:pt x="2236304" y="0"/>
                </a:lnTo>
                <a:lnTo>
                  <a:pt x="22363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432958" y="9029805"/>
            <a:ext cx="500635" cy="564968"/>
          </a:xfrm>
          <a:custGeom>
            <a:avLst/>
            <a:gdLst/>
            <a:ahLst/>
            <a:cxnLst/>
            <a:rect r="r" b="b" t="t" l="l"/>
            <a:pathLst>
              <a:path h="564968" w="500635">
                <a:moveTo>
                  <a:pt x="0" y="0"/>
                </a:moveTo>
                <a:lnTo>
                  <a:pt x="500635" y="0"/>
                </a:lnTo>
                <a:lnTo>
                  <a:pt x="500635" y="564968"/>
                </a:lnTo>
                <a:lnTo>
                  <a:pt x="0" y="5649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1412" r="-82197" b="-3003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0236" y="3402026"/>
            <a:ext cx="1609836" cy="1434767"/>
          </a:xfrm>
          <a:custGeom>
            <a:avLst/>
            <a:gdLst/>
            <a:ahLst/>
            <a:cxnLst/>
            <a:rect r="r" b="b" t="t" l="l"/>
            <a:pathLst>
              <a:path h="1434767" w="1609836">
                <a:moveTo>
                  <a:pt x="0" y="0"/>
                </a:moveTo>
                <a:lnTo>
                  <a:pt x="1609837" y="0"/>
                </a:lnTo>
                <a:lnTo>
                  <a:pt x="1609837" y="1434766"/>
                </a:lnTo>
                <a:lnTo>
                  <a:pt x="0" y="14347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36527" y="3328041"/>
            <a:ext cx="1559755" cy="1559755"/>
          </a:xfrm>
          <a:custGeom>
            <a:avLst/>
            <a:gdLst/>
            <a:ahLst/>
            <a:cxnLst/>
            <a:rect r="r" b="b" t="t" l="l"/>
            <a:pathLst>
              <a:path h="1559755" w="1559755">
                <a:moveTo>
                  <a:pt x="0" y="0"/>
                </a:moveTo>
                <a:lnTo>
                  <a:pt x="1559755" y="0"/>
                </a:lnTo>
                <a:lnTo>
                  <a:pt x="1559755" y="1559756"/>
                </a:lnTo>
                <a:lnTo>
                  <a:pt x="0" y="155975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71804" y="3421293"/>
            <a:ext cx="1396232" cy="1396232"/>
          </a:xfrm>
          <a:custGeom>
            <a:avLst/>
            <a:gdLst/>
            <a:ahLst/>
            <a:cxnLst/>
            <a:rect r="r" b="b" t="t" l="l"/>
            <a:pathLst>
              <a:path h="1396232" w="1396232">
                <a:moveTo>
                  <a:pt x="0" y="0"/>
                </a:moveTo>
                <a:lnTo>
                  <a:pt x="1396233" y="0"/>
                </a:lnTo>
                <a:lnTo>
                  <a:pt x="1396233" y="1396232"/>
                </a:lnTo>
                <a:lnTo>
                  <a:pt x="0" y="13962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71706" y="3328041"/>
            <a:ext cx="1580911" cy="1638250"/>
          </a:xfrm>
          <a:custGeom>
            <a:avLst/>
            <a:gdLst/>
            <a:ahLst/>
            <a:cxnLst/>
            <a:rect r="r" b="b" t="t" l="l"/>
            <a:pathLst>
              <a:path h="1638250" w="1580911">
                <a:moveTo>
                  <a:pt x="0" y="0"/>
                </a:moveTo>
                <a:lnTo>
                  <a:pt x="1580911" y="0"/>
                </a:lnTo>
                <a:lnTo>
                  <a:pt x="1580911" y="1638250"/>
                </a:lnTo>
                <a:lnTo>
                  <a:pt x="0" y="1638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817831" y="6289636"/>
            <a:ext cx="486168" cy="254630"/>
          </a:xfrm>
          <a:custGeom>
            <a:avLst/>
            <a:gdLst/>
            <a:ahLst/>
            <a:cxnLst/>
            <a:rect r="r" b="b" t="t" l="l"/>
            <a:pathLst>
              <a:path h="254630" w="486168">
                <a:moveTo>
                  <a:pt x="0" y="0"/>
                </a:moveTo>
                <a:lnTo>
                  <a:pt x="486167" y="0"/>
                </a:lnTo>
                <a:lnTo>
                  <a:pt x="486167" y="254630"/>
                </a:lnTo>
                <a:lnTo>
                  <a:pt x="0" y="25463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936537" y="5593618"/>
            <a:ext cx="248754" cy="457479"/>
          </a:xfrm>
          <a:custGeom>
            <a:avLst/>
            <a:gdLst/>
            <a:ahLst/>
            <a:cxnLst/>
            <a:rect r="r" b="b" t="t" l="l"/>
            <a:pathLst>
              <a:path h="457479" w="248754">
                <a:moveTo>
                  <a:pt x="0" y="0"/>
                </a:moveTo>
                <a:lnTo>
                  <a:pt x="248755" y="0"/>
                </a:lnTo>
                <a:lnTo>
                  <a:pt x="248755" y="457479"/>
                </a:lnTo>
                <a:lnTo>
                  <a:pt x="0" y="45747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36537" y="5032375"/>
            <a:ext cx="248971" cy="441634"/>
          </a:xfrm>
          <a:custGeom>
            <a:avLst/>
            <a:gdLst/>
            <a:ahLst/>
            <a:cxnLst/>
            <a:rect r="r" b="b" t="t" l="l"/>
            <a:pathLst>
              <a:path h="441634" w="248971">
                <a:moveTo>
                  <a:pt x="0" y="0"/>
                </a:moveTo>
                <a:lnTo>
                  <a:pt x="248972" y="0"/>
                </a:lnTo>
                <a:lnTo>
                  <a:pt x="248972" y="441634"/>
                </a:lnTo>
                <a:lnTo>
                  <a:pt x="0" y="44163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733406" y="7363416"/>
            <a:ext cx="570593" cy="479298"/>
          </a:xfrm>
          <a:custGeom>
            <a:avLst/>
            <a:gdLst/>
            <a:ahLst/>
            <a:cxnLst/>
            <a:rect r="r" b="b" t="t" l="l"/>
            <a:pathLst>
              <a:path h="479298" w="570593">
                <a:moveTo>
                  <a:pt x="0" y="0"/>
                </a:moveTo>
                <a:lnTo>
                  <a:pt x="570592" y="0"/>
                </a:lnTo>
                <a:lnTo>
                  <a:pt x="570592" y="479298"/>
                </a:lnTo>
                <a:lnTo>
                  <a:pt x="0" y="47929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774654" y="5295711"/>
            <a:ext cx="356596" cy="356596"/>
          </a:xfrm>
          <a:custGeom>
            <a:avLst/>
            <a:gdLst/>
            <a:ahLst/>
            <a:cxnLst/>
            <a:rect r="r" b="b" t="t" l="l"/>
            <a:pathLst>
              <a:path h="356596" w="356596">
                <a:moveTo>
                  <a:pt x="0" y="0"/>
                </a:moveTo>
                <a:lnTo>
                  <a:pt x="356596" y="0"/>
                </a:lnTo>
                <a:lnTo>
                  <a:pt x="356596" y="356596"/>
                </a:lnTo>
                <a:lnTo>
                  <a:pt x="0" y="35659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722016" y="5919268"/>
            <a:ext cx="461873" cy="324961"/>
          </a:xfrm>
          <a:custGeom>
            <a:avLst/>
            <a:gdLst/>
            <a:ahLst/>
            <a:cxnLst/>
            <a:rect r="r" b="b" t="t" l="l"/>
            <a:pathLst>
              <a:path h="324961" w="461873">
                <a:moveTo>
                  <a:pt x="0" y="0"/>
                </a:moveTo>
                <a:lnTo>
                  <a:pt x="461872" y="0"/>
                </a:lnTo>
                <a:lnTo>
                  <a:pt x="461872" y="324961"/>
                </a:lnTo>
                <a:lnTo>
                  <a:pt x="0" y="324961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1270" y="5652921"/>
            <a:ext cx="402707" cy="398176"/>
          </a:xfrm>
          <a:custGeom>
            <a:avLst/>
            <a:gdLst/>
            <a:ahLst/>
            <a:cxnLst/>
            <a:rect r="r" b="b" t="t" l="l"/>
            <a:pathLst>
              <a:path h="398176" w="402707">
                <a:moveTo>
                  <a:pt x="0" y="0"/>
                </a:moveTo>
                <a:lnTo>
                  <a:pt x="402707" y="0"/>
                </a:lnTo>
                <a:lnTo>
                  <a:pt x="402707" y="398176"/>
                </a:lnTo>
                <a:lnTo>
                  <a:pt x="0" y="398176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5987" y="6721475"/>
            <a:ext cx="573274" cy="573274"/>
          </a:xfrm>
          <a:custGeom>
            <a:avLst/>
            <a:gdLst/>
            <a:ahLst/>
            <a:cxnLst/>
            <a:rect r="r" b="b" t="t" l="l"/>
            <a:pathLst>
              <a:path h="573274" w="573274">
                <a:moveTo>
                  <a:pt x="0" y="0"/>
                </a:moveTo>
                <a:lnTo>
                  <a:pt x="573273" y="0"/>
                </a:lnTo>
                <a:lnTo>
                  <a:pt x="573273" y="573274"/>
                </a:lnTo>
                <a:lnTo>
                  <a:pt x="0" y="57327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1270" y="5026616"/>
            <a:ext cx="442814" cy="479425"/>
          </a:xfrm>
          <a:custGeom>
            <a:avLst/>
            <a:gdLst/>
            <a:ahLst/>
            <a:cxnLst/>
            <a:rect r="r" b="b" t="t" l="l"/>
            <a:pathLst>
              <a:path h="479425" w="442814">
                <a:moveTo>
                  <a:pt x="0" y="0"/>
                </a:moveTo>
                <a:lnTo>
                  <a:pt x="442814" y="0"/>
                </a:lnTo>
                <a:lnTo>
                  <a:pt x="442814" y="479425"/>
                </a:lnTo>
                <a:lnTo>
                  <a:pt x="0" y="479425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524367" y="4887797"/>
            <a:ext cx="509421" cy="509421"/>
          </a:xfrm>
          <a:custGeom>
            <a:avLst/>
            <a:gdLst/>
            <a:ahLst/>
            <a:cxnLst/>
            <a:rect r="r" b="b" t="t" l="l"/>
            <a:pathLst>
              <a:path h="509421" w="509421">
                <a:moveTo>
                  <a:pt x="0" y="0"/>
                </a:moveTo>
                <a:lnTo>
                  <a:pt x="509420" y="0"/>
                </a:lnTo>
                <a:lnTo>
                  <a:pt x="509420" y="509420"/>
                </a:lnTo>
                <a:lnTo>
                  <a:pt x="0" y="50942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450566" y="5474009"/>
            <a:ext cx="657023" cy="557648"/>
          </a:xfrm>
          <a:custGeom>
            <a:avLst/>
            <a:gdLst/>
            <a:ahLst/>
            <a:cxnLst/>
            <a:rect r="r" b="b" t="t" l="l"/>
            <a:pathLst>
              <a:path h="557648" w="657023">
                <a:moveTo>
                  <a:pt x="0" y="0"/>
                </a:moveTo>
                <a:lnTo>
                  <a:pt x="657022" y="0"/>
                </a:lnTo>
                <a:lnTo>
                  <a:pt x="657022" y="557648"/>
                </a:lnTo>
                <a:lnTo>
                  <a:pt x="0" y="557648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18152" y="820030"/>
            <a:ext cx="9133815" cy="126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Actors &amp; Features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94193" y="4025536"/>
            <a:ext cx="1695442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Batteries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66100" y="4006507"/>
            <a:ext cx="169544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Vehicles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230792" y="3993940"/>
            <a:ext cx="290028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Payment Gateway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7327" y="4860925"/>
            <a:ext cx="3845492" cy="234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Record sessions 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Record usage           percentage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Battery information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74780" y="3996726"/>
            <a:ext cx="1347447" cy="4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Stations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321750" y="5094879"/>
            <a:ext cx="3251024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Vehicle information 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Batteries in use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71706" y="4860925"/>
            <a:ext cx="4300099" cy="354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Fully charged batteries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Batteries charging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Batteries under maintenance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Batteries in stock</a:t>
            </a:r>
          </a:p>
          <a:p>
            <a:pPr algn="l">
              <a:lnSpc>
                <a:spcPts val="474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4233779" y="4794841"/>
            <a:ext cx="4300099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Payment support</a:t>
            </a:r>
          </a:p>
          <a:p>
            <a:pPr algn="l">
              <a:lnSpc>
                <a:spcPts val="4749"/>
              </a:lnSpc>
            </a:pPr>
            <a:r>
              <a:rPr lang="en-US" sz="2499" spc="204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Notify transaction result</a:t>
            </a:r>
          </a:p>
          <a:p>
            <a:pPr algn="l">
              <a:lnSpc>
                <a:spcPts val="474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6667421" y="8947659"/>
            <a:ext cx="2667877" cy="2667877"/>
          </a:xfrm>
          <a:custGeom>
            <a:avLst/>
            <a:gdLst/>
            <a:ahLst/>
            <a:cxnLst/>
            <a:rect r="r" b="b" t="t" l="l"/>
            <a:pathLst>
              <a:path h="2667877" w="2667877">
                <a:moveTo>
                  <a:pt x="0" y="0"/>
                </a:moveTo>
                <a:lnTo>
                  <a:pt x="2667877" y="0"/>
                </a:lnTo>
                <a:lnTo>
                  <a:pt x="2667877" y="2667878"/>
                </a:lnTo>
                <a:lnTo>
                  <a:pt x="0" y="2667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18235" y="-1118235"/>
            <a:ext cx="2236470" cy="2236470"/>
          </a:xfrm>
          <a:custGeom>
            <a:avLst/>
            <a:gdLst/>
            <a:ahLst/>
            <a:cxnLst/>
            <a:rect r="r" b="b" t="t" l="l"/>
            <a:pathLst>
              <a:path h="2236470" w="2236470">
                <a:moveTo>
                  <a:pt x="0" y="0"/>
                </a:moveTo>
                <a:lnTo>
                  <a:pt x="2236470" y="0"/>
                </a:lnTo>
                <a:lnTo>
                  <a:pt x="2236470" y="2236470"/>
                </a:lnTo>
                <a:lnTo>
                  <a:pt x="0" y="2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30235" y="2621192"/>
            <a:ext cx="1467673" cy="1464004"/>
          </a:xfrm>
          <a:custGeom>
            <a:avLst/>
            <a:gdLst/>
            <a:ahLst/>
            <a:cxnLst/>
            <a:rect r="r" b="b" t="t" l="l"/>
            <a:pathLst>
              <a:path h="1464004" w="1467673">
                <a:moveTo>
                  <a:pt x="0" y="0"/>
                </a:moveTo>
                <a:lnTo>
                  <a:pt x="1467673" y="0"/>
                </a:lnTo>
                <a:lnTo>
                  <a:pt x="1467673" y="1464004"/>
                </a:lnTo>
                <a:lnTo>
                  <a:pt x="0" y="14640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29062" y="2621192"/>
            <a:ext cx="1464004" cy="1464004"/>
          </a:xfrm>
          <a:custGeom>
            <a:avLst/>
            <a:gdLst/>
            <a:ahLst/>
            <a:cxnLst/>
            <a:rect r="r" b="b" t="t" l="l"/>
            <a:pathLst>
              <a:path h="1464004" w="1464004">
                <a:moveTo>
                  <a:pt x="0" y="0"/>
                </a:moveTo>
                <a:lnTo>
                  <a:pt x="1464004" y="0"/>
                </a:lnTo>
                <a:lnTo>
                  <a:pt x="1464004" y="1464004"/>
                </a:lnTo>
                <a:lnTo>
                  <a:pt x="0" y="14640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36533" y="2531657"/>
            <a:ext cx="1530235" cy="1553539"/>
          </a:xfrm>
          <a:custGeom>
            <a:avLst/>
            <a:gdLst/>
            <a:ahLst/>
            <a:cxnLst/>
            <a:rect r="r" b="b" t="t" l="l"/>
            <a:pathLst>
              <a:path h="1553539" w="1530235">
                <a:moveTo>
                  <a:pt x="0" y="0"/>
                </a:moveTo>
                <a:lnTo>
                  <a:pt x="1530235" y="0"/>
                </a:lnTo>
                <a:lnTo>
                  <a:pt x="1530235" y="1553539"/>
                </a:lnTo>
                <a:lnTo>
                  <a:pt x="0" y="15535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7525816"/>
            <a:ext cx="1467727" cy="1284261"/>
          </a:xfrm>
          <a:custGeom>
            <a:avLst/>
            <a:gdLst/>
            <a:ahLst/>
            <a:cxnLst/>
            <a:rect r="r" b="b" t="t" l="l"/>
            <a:pathLst>
              <a:path h="1284261" w="1467727">
                <a:moveTo>
                  <a:pt x="0" y="0"/>
                </a:moveTo>
                <a:lnTo>
                  <a:pt x="1467727" y="0"/>
                </a:lnTo>
                <a:lnTo>
                  <a:pt x="1467727" y="1284262"/>
                </a:lnTo>
                <a:lnTo>
                  <a:pt x="0" y="12842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86868" y="7780990"/>
            <a:ext cx="1532507" cy="1365847"/>
          </a:xfrm>
          <a:custGeom>
            <a:avLst/>
            <a:gdLst/>
            <a:ahLst/>
            <a:cxnLst/>
            <a:rect r="r" b="b" t="t" l="l"/>
            <a:pathLst>
              <a:path h="1365847" w="1532507">
                <a:moveTo>
                  <a:pt x="0" y="0"/>
                </a:moveTo>
                <a:lnTo>
                  <a:pt x="1532507" y="0"/>
                </a:lnTo>
                <a:lnTo>
                  <a:pt x="1532507" y="1365846"/>
                </a:lnTo>
                <a:lnTo>
                  <a:pt x="0" y="136584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2748013" y="3386531"/>
            <a:ext cx="1829463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49694" y="2531657"/>
            <a:ext cx="1446733" cy="1553539"/>
          </a:xfrm>
          <a:custGeom>
            <a:avLst/>
            <a:gdLst/>
            <a:ahLst/>
            <a:cxnLst/>
            <a:rect r="r" b="b" t="t" l="l"/>
            <a:pathLst>
              <a:path h="1553539" w="1446733">
                <a:moveTo>
                  <a:pt x="0" y="0"/>
                </a:moveTo>
                <a:lnTo>
                  <a:pt x="1446733" y="0"/>
                </a:lnTo>
                <a:lnTo>
                  <a:pt x="1446733" y="1553539"/>
                </a:lnTo>
                <a:lnTo>
                  <a:pt x="0" y="155353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6696919" y="3386531"/>
            <a:ext cx="1829463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>
            <a:off x="11446997" y="3458736"/>
            <a:ext cx="1800966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>
            <a:off x="6861151" y="8554384"/>
            <a:ext cx="1829463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2757902" y="8604315"/>
            <a:ext cx="1819574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9258032" y="7447200"/>
            <a:ext cx="1986378" cy="1698353"/>
          </a:xfrm>
          <a:custGeom>
            <a:avLst/>
            <a:gdLst/>
            <a:ahLst/>
            <a:cxnLst/>
            <a:rect r="r" b="b" t="t" l="l"/>
            <a:pathLst>
              <a:path h="1698353" w="1986378">
                <a:moveTo>
                  <a:pt x="0" y="0"/>
                </a:moveTo>
                <a:lnTo>
                  <a:pt x="1986378" y="0"/>
                </a:lnTo>
                <a:lnTo>
                  <a:pt x="1986378" y="1698352"/>
                </a:lnTo>
                <a:lnTo>
                  <a:pt x="0" y="169835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014298" y="7601042"/>
            <a:ext cx="1860426" cy="1390668"/>
          </a:xfrm>
          <a:custGeom>
            <a:avLst/>
            <a:gdLst/>
            <a:ahLst/>
            <a:cxnLst/>
            <a:rect r="r" b="b" t="t" l="l"/>
            <a:pathLst>
              <a:path h="1390668" w="1860426">
                <a:moveTo>
                  <a:pt x="0" y="0"/>
                </a:moveTo>
                <a:lnTo>
                  <a:pt x="1860426" y="0"/>
                </a:lnTo>
                <a:lnTo>
                  <a:pt x="1860426" y="1390668"/>
                </a:lnTo>
                <a:lnTo>
                  <a:pt x="0" y="139066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14974241" y="5102656"/>
            <a:ext cx="0" cy="1800966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>
            <a:off x="11838941" y="8500286"/>
            <a:ext cx="1800966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378503" y="4353972"/>
            <a:ext cx="789116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Driver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19020" y="2842875"/>
            <a:ext cx="1507747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AutoNum type="arabicPeriod" startAt="1"/>
            </a:pPr>
            <a:r>
              <a:rPr lang="en-US" sz="23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Login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60613" y="4353972"/>
            <a:ext cx="1600903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Service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97891" y="2842875"/>
            <a:ext cx="1627519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2. View plan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97005" y="4353972"/>
            <a:ext cx="1600903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Plans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46997" y="2915079"/>
            <a:ext cx="1840447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3. Add to cart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49989" y="4353972"/>
            <a:ext cx="1600903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Payment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65190" y="9413536"/>
            <a:ext cx="180953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Battery station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57500" y="7956629"/>
            <a:ext cx="2040066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6. Take battery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7796" y="9336893"/>
            <a:ext cx="1809535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Rating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887384" y="9336893"/>
            <a:ext cx="1809535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Battery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871516" y="7956629"/>
            <a:ext cx="1590711" cy="34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7"/>
              </a:lnSpc>
            </a:pPr>
            <a:r>
              <a:rPr lang="en-US" sz="2062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7. User rating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1583717"/>
            <a:ext cx="8568756" cy="51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Scenario #1: User registers and takes batteries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219234" y="5594177"/>
            <a:ext cx="2040066" cy="779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4. Choose station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838941" y="7956629"/>
            <a:ext cx="1840447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5. Go to station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58032" y="9370903"/>
            <a:ext cx="1809535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Checkin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18235" y="-142875"/>
            <a:ext cx="7508166" cy="126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Demonstrations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6838861" y="8953061"/>
            <a:ext cx="2667877" cy="2667877"/>
          </a:xfrm>
          <a:custGeom>
            <a:avLst/>
            <a:gdLst/>
            <a:ahLst/>
            <a:cxnLst/>
            <a:rect r="r" b="b" t="t" l="l"/>
            <a:pathLst>
              <a:path h="2667877" w="2667877">
                <a:moveTo>
                  <a:pt x="0" y="0"/>
                </a:moveTo>
                <a:lnTo>
                  <a:pt x="2667878" y="0"/>
                </a:lnTo>
                <a:lnTo>
                  <a:pt x="2667878" y="2667878"/>
                </a:lnTo>
                <a:lnTo>
                  <a:pt x="0" y="2667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18235" y="-1118235"/>
            <a:ext cx="2236470" cy="2236470"/>
          </a:xfrm>
          <a:custGeom>
            <a:avLst/>
            <a:gdLst/>
            <a:ahLst/>
            <a:cxnLst/>
            <a:rect r="r" b="b" t="t" l="l"/>
            <a:pathLst>
              <a:path h="2236470" w="2236470">
                <a:moveTo>
                  <a:pt x="0" y="0"/>
                </a:moveTo>
                <a:lnTo>
                  <a:pt x="2236470" y="0"/>
                </a:lnTo>
                <a:lnTo>
                  <a:pt x="2236470" y="2236470"/>
                </a:lnTo>
                <a:lnTo>
                  <a:pt x="0" y="2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74599" y="2678045"/>
            <a:ext cx="1467673" cy="1464004"/>
          </a:xfrm>
          <a:custGeom>
            <a:avLst/>
            <a:gdLst/>
            <a:ahLst/>
            <a:cxnLst/>
            <a:rect r="r" b="b" t="t" l="l"/>
            <a:pathLst>
              <a:path h="1464004" w="1467673">
                <a:moveTo>
                  <a:pt x="0" y="0"/>
                </a:moveTo>
                <a:lnTo>
                  <a:pt x="1467673" y="0"/>
                </a:lnTo>
                <a:lnTo>
                  <a:pt x="1467673" y="1464003"/>
                </a:lnTo>
                <a:lnTo>
                  <a:pt x="0" y="14640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18597" y="2767580"/>
            <a:ext cx="1464004" cy="1464004"/>
          </a:xfrm>
          <a:custGeom>
            <a:avLst/>
            <a:gdLst/>
            <a:ahLst/>
            <a:cxnLst/>
            <a:rect r="r" b="b" t="t" l="l"/>
            <a:pathLst>
              <a:path h="1464004" w="1464004">
                <a:moveTo>
                  <a:pt x="0" y="0"/>
                </a:moveTo>
                <a:lnTo>
                  <a:pt x="1464004" y="0"/>
                </a:lnTo>
                <a:lnTo>
                  <a:pt x="1464004" y="1464003"/>
                </a:lnTo>
                <a:lnTo>
                  <a:pt x="0" y="14640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2837548" y="3532919"/>
            <a:ext cx="1829463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39229" y="2678045"/>
            <a:ext cx="1446733" cy="1553539"/>
          </a:xfrm>
          <a:custGeom>
            <a:avLst/>
            <a:gdLst/>
            <a:ahLst/>
            <a:cxnLst/>
            <a:rect r="r" b="b" t="t" l="l"/>
            <a:pathLst>
              <a:path h="1553539" w="1446733">
                <a:moveTo>
                  <a:pt x="0" y="0"/>
                </a:moveTo>
                <a:lnTo>
                  <a:pt x="1446733" y="0"/>
                </a:lnTo>
                <a:lnTo>
                  <a:pt x="1446733" y="1553538"/>
                </a:lnTo>
                <a:lnTo>
                  <a:pt x="0" y="15535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11741283" y="3443384"/>
            <a:ext cx="1829463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89139" y="7437061"/>
            <a:ext cx="1467727" cy="1284261"/>
          </a:xfrm>
          <a:custGeom>
            <a:avLst/>
            <a:gdLst/>
            <a:ahLst/>
            <a:cxnLst/>
            <a:rect r="r" b="b" t="t" l="l"/>
            <a:pathLst>
              <a:path h="1284261" w="1467727">
                <a:moveTo>
                  <a:pt x="0" y="0"/>
                </a:moveTo>
                <a:lnTo>
                  <a:pt x="1467727" y="0"/>
                </a:lnTo>
                <a:lnTo>
                  <a:pt x="1467727" y="1284261"/>
                </a:lnTo>
                <a:lnTo>
                  <a:pt x="0" y="12842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247307" y="7692234"/>
            <a:ext cx="1532507" cy="1365847"/>
          </a:xfrm>
          <a:custGeom>
            <a:avLst/>
            <a:gdLst/>
            <a:ahLst/>
            <a:cxnLst/>
            <a:rect r="r" b="b" t="t" l="l"/>
            <a:pathLst>
              <a:path h="1365847" w="1532507">
                <a:moveTo>
                  <a:pt x="0" y="0"/>
                </a:moveTo>
                <a:lnTo>
                  <a:pt x="1532507" y="0"/>
                </a:lnTo>
                <a:lnTo>
                  <a:pt x="1532507" y="1365847"/>
                </a:lnTo>
                <a:lnTo>
                  <a:pt x="0" y="136584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7334800" y="8465628"/>
            <a:ext cx="1829463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3018341" y="8515559"/>
            <a:ext cx="1819574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3836816" y="7609146"/>
            <a:ext cx="1712285" cy="1464004"/>
          </a:xfrm>
          <a:custGeom>
            <a:avLst/>
            <a:gdLst/>
            <a:ahLst/>
            <a:cxnLst/>
            <a:rect r="r" b="b" t="t" l="l"/>
            <a:pathLst>
              <a:path h="1464004" w="1712285">
                <a:moveTo>
                  <a:pt x="0" y="0"/>
                </a:moveTo>
                <a:lnTo>
                  <a:pt x="1712284" y="0"/>
                </a:lnTo>
                <a:lnTo>
                  <a:pt x="1712284" y="1464003"/>
                </a:lnTo>
                <a:lnTo>
                  <a:pt x="0" y="146400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93161" y="2678045"/>
            <a:ext cx="1860426" cy="1390668"/>
          </a:xfrm>
          <a:custGeom>
            <a:avLst/>
            <a:gdLst/>
            <a:ahLst/>
            <a:cxnLst/>
            <a:rect r="r" b="b" t="t" l="l"/>
            <a:pathLst>
              <a:path h="1390668" w="1860426">
                <a:moveTo>
                  <a:pt x="0" y="0"/>
                </a:moveTo>
                <a:lnTo>
                  <a:pt x="1860426" y="0"/>
                </a:lnTo>
                <a:lnTo>
                  <a:pt x="1860426" y="1390668"/>
                </a:lnTo>
                <a:lnTo>
                  <a:pt x="0" y="139066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6939625" y="3476722"/>
            <a:ext cx="1800966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 flipV="true">
            <a:off x="14665798" y="5221085"/>
            <a:ext cx="0" cy="1800966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9823665" y="7523158"/>
            <a:ext cx="1267118" cy="1549991"/>
          </a:xfrm>
          <a:custGeom>
            <a:avLst/>
            <a:gdLst/>
            <a:ahLst/>
            <a:cxnLst/>
            <a:rect r="r" b="b" t="t" l="l"/>
            <a:pathLst>
              <a:path h="1549991" w="1267118">
                <a:moveTo>
                  <a:pt x="0" y="0"/>
                </a:moveTo>
                <a:lnTo>
                  <a:pt x="1267118" y="0"/>
                </a:lnTo>
                <a:lnTo>
                  <a:pt x="1267118" y="1549991"/>
                </a:lnTo>
                <a:lnTo>
                  <a:pt x="0" y="154999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8" id="18"/>
          <p:cNvSpPr/>
          <p:nvPr/>
        </p:nvSpPr>
        <p:spPr>
          <a:xfrm>
            <a:off x="11547417" y="8510784"/>
            <a:ext cx="1829463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468038" y="4500360"/>
            <a:ext cx="789116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Driver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08555" y="2989262"/>
            <a:ext cx="1507747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AutoNum type="arabicPeriod" startAt="1"/>
            </a:pPr>
            <a:r>
              <a:rPr lang="en-US" sz="23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Login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50148" y="4500360"/>
            <a:ext cx="1600903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Service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42255" y="2639945"/>
            <a:ext cx="1627519" cy="692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3. Choose subscription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41369" y="4410825"/>
            <a:ext cx="1600903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Subscriptions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8235" y="1730105"/>
            <a:ext cx="7841871" cy="51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Scenario #2: User swaps batteries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01458" y="4410825"/>
            <a:ext cx="180953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Battery station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31148" y="7867873"/>
            <a:ext cx="2040066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6. Take battery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8235" y="9248137"/>
            <a:ext cx="1809535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Rating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002387" y="9248137"/>
            <a:ext cx="2083325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Battery selection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31955" y="7867873"/>
            <a:ext cx="1590711" cy="34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7"/>
              </a:lnSpc>
            </a:pPr>
            <a:r>
              <a:rPr lang="en-US" sz="2062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7. User rating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81341" y="2899727"/>
            <a:ext cx="2040066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2. Choose station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008102" y="5863955"/>
            <a:ext cx="1840447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4. Go to station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32737" y="9248137"/>
            <a:ext cx="1809535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Checkin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14482" y="9248137"/>
            <a:ext cx="1600903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Insertion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43766" y="7913029"/>
            <a:ext cx="2040066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5. Put in battery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9139" y="-177413"/>
            <a:ext cx="7508166" cy="126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Demonstrations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6838861" y="8953061"/>
            <a:ext cx="2667877" cy="2667877"/>
          </a:xfrm>
          <a:custGeom>
            <a:avLst/>
            <a:gdLst/>
            <a:ahLst/>
            <a:cxnLst/>
            <a:rect r="r" b="b" t="t" l="l"/>
            <a:pathLst>
              <a:path h="2667877" w="2667877">
                <a:moveTo>
                  <a:pt x="0" y="0"/>
                </a:moveTo>
                <a:lnTo>
                  <a:pt x="2667878" y="0"/>
                </a:lnTo>
                <a:lnTo>
                  <a:pt x="2667878" y="2667878"/>
                </a:lnTo>
                <a:lnTo>
                  <a:pt x="0" y="2667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18235" y="-1118235"/>
            <a:ext cx="2236470" cy="2236470"/>
          </a:xfrm>
          <a:custGeom>
            <a:avLst/>
            <a:gdLst/>
            <a:ahLst/>
            <a:cxnLst/>
            <a:rect r="r" b="b" t="t" l="l"/>
            <a:pathLst>
              <a:path h="2236470" w="2236470">
                <a:moveTo>
                  <a:pt x="0" y="0"/>
                </a:moveTo>
                <a:lnTo>
                  <a:pt x="2236470" y="0"/>
                </a:lnTo>
                <a:lnTo>
                  <a:pt x="2236470" y="2236470"/>
                </a:lnTo>
                <a:lnTo>
                  <a:pt x="0" y="2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81545" y="7409749"/>
            <a:ext cx="1457660" cy="1275452"/>
          </a:xfrm>
          <a:custGeom>
            <a:avLst/>
            <a:gdLst/>
            <a:ahLst/>
            <a:cxnLst/>
            <a:rect r="r" b="b" t="t" l="l"/>
            <a:pathLst>
              <a:path h="1275452" w="1457660">
                <a:moveTo>
                  <a:pt x="0" y="0"/>
                </a:moveTo>
                <a:lnTo>
                  <a:pt x="1457660" y="0"/>
                </a:lnTo>
                <a:lnTo>
                  <a:pt x="1457660" y="1275452"/>
                </a:lnTo>
                <a:lnTo>
                  <a:pt x="0" y="1275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12564" y="7663172"/>
            <a:ext cx="1521995" cy="1356478"/>
          </a:xfrm>
          <a:custGeom>
            <a:avLst/>
            <a:gdLst/>
            <a:ahLst/>
            <a:cxnLst/>
            <a:rect r="r" b="b" t="t" l="l"/>
            <a:pathLst>
              <a:path h="1356478" w="1521995">
                <a:moveTo>
                  <a:pt x="0" y="0"/>
                </a:moveTo>
                <a:lnTo>
                  <a:pt x="1521995" y="0"/>
                </a:lnTo>
                <a:lnTo>
                  <a:pt x="1521995" y="1356478"/>
                </a:lnTo>
                <a:lnTo>
                  <a:pt x="0" y="13564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8585738" y="8431261"/>
            <a:ext cx="1816914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298887" y="8480850"/>
            <a:ext cx="1807093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043156" y="7580653"/>
            <a:ext cx="1700540" cy="1453962"/>
          </a:xfrm>
          <a:custGeom>
            <a:avLst/>
            <a:gdLst/>
            <a:ahLst/>
            <a:cxnLst/>
            <a:rect r="r" b="b" t="t" l="l"/>
            <a:pathLst>
              <a:path h="1453962" w="1700540">
                <a:moveTo>
                  <a:pt x="0" y="0"/>
                </a:moveTo>
                <a:lnTo>
                  <a:pt x="1700540" y="0"/>
                </a:lnTo>
                <a:lnTo>
                  <a:pt x="1700540" y="1453962"/>
                </a:lnTo>
                <a:lnTo>
                  <a:pt x="0" y="14539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15945568" y="5387620"/>
            <a:ext cx="0" cy="1497672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1057532" y="7495255"/>
            <a:ext cx="1258427" cy="1539360"/>
          </a:xfrm>
          <a:custGeom>
            <a:avLst/>
            <a:gdLst/>
            <a:ahLst/>
            <a:cxnLst/>
            <a:rect r="r" b="b" t="t" l="l"/>
            <a:pathLst>
              <a:path h="1539360" w="1258427">
                <a:moveTo>
                  <a:pt x="0" y="0"/>
                </a:moveTo>
                <a:lnTo>
                  <a:pt x="1258427" y="0"/>
                </a:lnTo>
                <a:lnTo>
                  <a:pt x="1258427" y="1539360"/>
                </a:lnTo>
                <a:lnTo>
                  <a:pt x="0" y="15393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12769461" y="8476107"/>
            <a:ext cx="1816914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5945568" y="5387620"/>
            <a:ext cx="0" cy="1497672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3315276" y="3523036"/>
            <a:ext cx="1592430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5270065" y="2890194"/>
            <a:ext cx="1355645" cy="1352256"/>
          </a:xfrm>
          <a:custGeom>
            <a:avLst/>
            <a:gdLst/>
            <a:ahLst/>
            <a:cxnLst/>
            <a:rect r="r" b="b" t="t" l="l"/>
            <a:pathLst>
              <a:path h="1352256" w="1355645">
                <a:moveTo>
                  <a:pt x="0" y="0"/>
                </a:moveTo>
                <a:lnTo>
                  <a:pt x="1355645" y="0"/>
                </a:lnTo>
                <a:lnTo>
                  <a:pt x="1355645" y="1352256"/>
                </a:lnTo>
                <a:lnTo>
                  <a:pt x="0" y="135225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05141" y="3061404"/>
            <a:ext cx="1198624" cy="1198624"/>
          </a:xfrm>
          <a:custGeom>
            <a:avLst/>
            <a:gdLst/>
            <a:ahLst/>
            <a:cxnLst/>
            <a:rect r="r" b="b" t="t" l="l"/>
            <a:pathLst>
              <a:path h="1198624" w="1198624">
                <a:moveTo>
                  <a:pt x="0" y="0"/>
                </a:moveTo>
                <a:lnTo>
                  <a:pt x="1198624" y="0"/>
                </a:lnTo>
                <a:lnTo>
                  <a:pt x="1198624" y="1198624"/>
                </a:lnTo>
                <a:lnTo>
                  <a:pt x="0" y="119862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442223" y="2888256"/>
            <a:ext cx="1274321" cy="1274321"/>
          </a:xfrm>
          <a:custGeom>
            <a:avLst/>
            <a:gdLst/>
            <a:ahLst/>
            <a:cxnLst/>
            <a:rect r="r" b="b" t="t" l="l"/>
            <a:pathLst>
              <a:path h="1274321" w="1274321">
                <a:moveTo>
                  <a:pt x="0" y="0"/>
                </a:moveTo>
                <a:lnTo>
                  <a:pt x="1274322" y="0"/>
                </a:lnTo>
                <a:lnTo>
                  <a:pt x="1274322" y="1274322"/>
                </a:lnTo>
                <a:lnTo>
                  <a:pt x="0" y="127432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2630803" y="3554435"/>
            <a:ext cx="1592430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152525" y="2810322"/>
            <a:ext cx="1259288" cy="1352256"/>
          </a:xfrm>
          <a:custGeom>
            <a:avLst/>
            <a:gdLst/>
            <a:ahLst/>
            <a:cxnLst/>
            <a:rect r="r" b="b" t="t" l="l"/>
            <a:pathLst>
              <a:path h="1352256" w="1259288">
                <a:moveTo>
                  <a:pt x="0" y="0"/>
                </a:moveTo>
                <a:lnTo>
                  <a:pt x="1259288" y="0"/>
                </a:lnTo>
                <a:lnTo>
                  <a:pt x="1259288" y="1352256"/>
                </a:lnTo>
                <a:lnTo>
                  <a:pt x="0" y="135225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6088791" y="3603590"/>
            <a:ext cx="1523636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1527728" y="2886336"/>
            <a:ext cx="1549423" cy="1158194"/>
          </a:xfrm>
          <a:custGeom>
            <a:avLst/>
            <a:gdLst/>
            <a:ahLst/>
            <a:cxnLst/>
            <a:rect r="r" b="b" t="t" l="l"/>
            <a:pathLst>
              <a:path h="1158194" w="1549423">
                <a:moveTo>
                  <a:pt x="0" y="0"/>
                </a:moveTo>
                <a:lnTo>
                  <a:pt x="1549423" y="0"/>
                </a:lnTo>
                <a:lnTo>
                  <a:pt x="1549423" y="1158194"/>
                </a:lnTo>
                <a:lnTo>
                  <a:pt x="0" y="115819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>
            <a:off x="9541073" y="3505032"/>
            <a:ext cx="1500234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2" id="22"/>
          <p:cNvSpPr txBox="true"/>
          <p:nvPr/>
        </p:nvSpPr>
        <p:spPr>
          <a:xfrm rot="0">
            <a:off x="1028700" y="1743413"/>
            <a:ext cx="776830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Scenario #3: User bookings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82798" y="7837345"/>
            <a:ext cx="2026073" cy="29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73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7. Take battery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11813" y="9217667"/>
            <a:ext cx="1797123" cy="328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0"/>
              </a:lnSpc>
            </a:pPr>
            <a:r>
              <a:rPr lang="en-US" sz="1986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Rating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69324" y="9217667"/>
            <a:ext cx="2069036" cy="328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0"/>
              </a:lnSpc>
            </a:pPr>
            <a:r>
              <a:rPr lang="en-US" sz="1986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Battery selection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11721" y="7837345"/>
            <a:ext cx="1579801" cy="29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73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8. User rating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230226" y="5915811"/>
            <a:ext cx="1530504" cy="288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1663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5. Go to station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840477" y="9217667"/>
            <a:ext cx="1797123" cy="328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0"/>
              </a:lnSpc>
            </a:pPr>
            <a:r>
              <a:rPr lang="en-US" sz="1986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Checkin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49099" y="9217667"/>
            <a:ext cx="1589922" cy="328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0"/>
              </a:lnSpc>
            </a:pPr>
            <a:r>
              <a:rPr lang="en-US" sz="1986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Insertion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66521" y="7891716"/>
            <a:ext cx="2026073" cy="328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0"/>
              </a:lnSpc>
            </a:pPr>
            <a:r>
              <a:rPr lang="en-US" sz="1986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6. Put in battery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330186" y="3044881"/>
            <a:ext cx="1416651" cy="30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74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4. Booking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147436" y="4393532"/>
            <a:ext cx="1600903" cy="29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73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Subscriptions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38732" y="4391594"/>
            <a:ext cx="686875" cy="30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74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Driver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692610" y="3076280"/>
            <a:ext cx="1312397" cy="29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5666" indent="-187833" lvl="1">
              <a:lnSpc>
                <a:spcPts val="2435"/>
              </a:lnSpc>
              <a:buAutoNum type="arabicPeriod" startAt="1"/>
            </a:pPr>
            <a:r>
              <a:rPr lang="en-US" sz="173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Login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382642" y="4391594"/>
            <a:ext cx="1393484" cy="30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74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Service Page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103057" y="3144446"/>
            <a:ext cx="1355451" cy="289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1"/>
              </a:lnSpc>
            </a:pPr>
            <a:r>
              <a:rPr lang="en-US" sz="1665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2. Booking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837811" y="4402937"/>
            <a:ext cx="1333284" cy="289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1"/>
              </a:lnSpc>
            </a:pPr>
            <a:r>
              <a:rPr lang="en-US" sz="1665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Booking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570112" y="4402956"/>
            <a:ext cx="1507039" cy="28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1"/>
              </a:lnSpc>
            </a:pPr>
            <a:r>
              <a:rPr lang="en-US" sz="1665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Battery station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09220" y="3018025"/>
            <a:ext cx="1699408" cy="289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2"/>
              </a:lnSpc>
            </a:pPr>
            <a:r>
              <a:rPr lang="en-US" sz="1666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3. Choose station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18235" y="-142875"/>
            <a:ext cx="7508166" cy="126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Demonstrations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6838861" y="8686902"/>
            <a:ext cx="2667877" cy="2667877"/>
          </a:xfrm>
          <a:custGeom>
            <a:avLst/>
            <a:gdLst/>
            <a:ahLst/>
            <a:cxnLst/>
            <a:rect r="r" b="b" t="t" l="l"/>
            <a:pathLst>
              <a:path h="2667877" w="2667877">
                <a:moveTo>
                  <a:pt x="0" y="0"/>
                </a:moveTo>
                <a:lnTo>
                  <a:pt x="2667878" y="0"/>
                </a:lnTo>
                <a:lnTo>
                  <a:pt x="2667878" y="2667877"/>
                </a:lnTo>
                <a:lnTo>
                  <a:pt x="0" y="2667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18235" y="-1118235"/>
            <a:ext cx="2236470" cy="2236470"/>
          </a:xfrm>
          <a:custGeom>
            <a:avLst/>
            <a:gdLst/>
            <a:ahLst/>
            <a:cxnLst/>
            <a:rect r="r" b="b" t="t" l="l"/>
            <a:pathLst>
              <a:path h="2236470" w="2236470">
                <a:moveTo>
                  <a:pt x="0" y="0"/>
                </a:moveTo>
                <a:lnTo>
                  <a:pt x="2236470" y="0"/>
                </a:lnTo>
                <a:lnTo>
                  <a:pt x="2236470" y="2236470"/>
                </a:lnTo>
                <a:lnTo>
                  <a:pt x="0" y="2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51008" y="6995421"/>
            <a:ext cx="1597331" cy="1365718"/>
          </a:xfrm>
          <a:custGeom>
            <a:avLst/>
            <a:gdLst/>
            <a:ahLst/>
            <a:cxnLst/>
            <a:rect r="r" b="b" t="t" l="l"/>
            <a:pathLst>
              <a:path h="1365718" w="1597331">
                <a:moveTo>
                  <a:pt x="0" y="0"/>
                </a:moveTo>
                <a:lnTo>
                  <a:pt x="1597331" y="0"/>
                </a:lnTo>
                <a:lnTo>
                  <a:pt x="1597331" y="1365718"/>
                </a:lnTo>
                <a:lnTo>
                  <a:pt x="0" y="1365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15945568" y="5103209"/>
            <a:ext cx="0" cy="1497672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407279" y="6915206"/>
            <a:ext cx="1182050" cy="1445933"/>
          </a:xfrm>
          <a:custGeom>
            <a:avLst/>
            <a:gdLst/>
            <a:ahLst/>
            <a:cxnLst/>
            <a:rect r="r" b="b" t="t" l="l"/>
            <a:pathLst>
              <a:path h="1445933" w="1182050">
                <a:moveTo>
                  <a:pt x="0" y="0"/>
                </a:moveTo>
                <a:lnTo>
                  <a:pt x="1182050" y="0"/>
                </a:lnTo>
                <a:lnTo>
                  <a:pt x="1182050" y="1445933"/>
                </a:lnTo>
                <a:lnTo>
                  <a:pt x="0" y="14459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3015308" y="7836528"/>
            <a:ext cx="1706642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781316" y="3269413"/>
            <a:ext cx="1198624" cy="1198624"/>
          </a:xfrm>
          <a:custGeom>
            <a:avLst/>
            <a:gdLst/>
            <a:ahLst/>
            <a:cxnLst/>
            <a:rect r="r" b="b" t="t" l="l"/>
            <a:pathLst>
              <a:path h="1198624" w="1198624">
                <a:moveTo>
                  <a:pt x="0" y="0"/>
                </a:moveTo>
                <a:lnTo>
                  <a:pt x="1198624" y="0"/>
                </a:lnTo>
                <a:lnTo>
                  <a:pt x="1198624" y="1198624"/>
                </a:lnTo>
                <a:lnTo>
                  <a:pt x="0" y="11986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18398" y="3096265"/>
            <a:ext cx="1274321" cy="1274321"/>
          </a:xfrm>
          <a:custGeom>
            <a:avLst/>
            <a:gdLst/>
            <a:ahLst/>
            <a:cxnLst/>
            <a:rect r="r" b="b" t="t" l="l"/>
            <a:pathLst>
              <a:path h="1274321" w="1274321">
                <a:moveTo>
                  <a:pt x="0" y="0"/>
                </a:moveTo>
                <a:lnTo>
                  <a:pt x="1274322" y="0"/>
                </a:lnTo>
                <a:lnTo>
                  <a:pt x="1274322" y="1274322"/>
                </a:lnTo>
                <a:lnTo>
                  <a:pt x="0" y="12743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2506978" y="3762444"/>
            <a:ext cx="1592430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3018331"/>
            <a:ext cx="1259288" cy="1352256"/>
          </a:xfrm>
          <a:custGeom>
            <a:avLst/>
            <a:gdLst/>
            <a:ahLst/>
            <a:cxnLst/>
            <a:rect r="r" b="b" t="t" l="l"/>
            <a:pathLst>
              <a:path h="1352256" w="1259288">
                <a:moveTo>
                  <a:pt x="0" y="0"/>
                </a:moveTo>
                <a:lnTo>
                  <a:pt x="1259288" y="0"/>
                </a:lnTo>
                <a:lnTo>
                  <a:pt x="1259288" y="1352256"/>
                </a:lnTo>
                <a:lnTo>
                  <a:pt x="0" y="13522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5964966" y="3811599"/>
            <a:ext cx="1523636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1403903" y="3094345"/>
            <a:ext cx="1549423" cy="1158194"/>
          </a:xfrm>
          <a:custGeom>
            <a:avLst/>
            <a:gdLst/>
            <a:ahLst/>
            <a:cxnLst/>
            <a:rect r="r" b="b" t="t" l="l"/>
            <a:pathLst>
              <a:path h="1158194" w="1549423">
                <a:moveTo>
                  <a:pt x="0" y="0"/>
                </a:moveTo>
                <a:lnTo>
                  <a:pt x="1549423" y="0"/>
                </a:lnTo>
                <a:lnTo>
                  <a:pt x="1549423" y="1158194"/>
                </a:lnTo>
                <a:lnTo>
                  <a:pt x="0" y="115819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9417248" y="3713041"/>
            <a:ext cx="1500234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 flipV="true">
            <a:off x="15945568" y="5103209"/>
            <a:ext cx="0" cy="1497672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3315276" y="3651172"/>
            <a:ext cx="1592430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5270065" y="3018331"/>
            <a:ext cx="1355645" cy="1352256"/>
          </a:xfrm>
          <a:custGeom>
            <a:avLst/>
            <a:gdLst/>
            <a:ahLst/>
            <a:cxnLst/>
            <a:rect r="r" b="b" t="t" l="l"/>
            <a:pathLst>
              <a:path h="1352256" w="1355645">
                <a:moveTo>
                  <a:pt x="0" y="0"/>
                </a:moveTo>
                <a:lnTo>
                  <a:pt x="1355645" y="0"/>
                </a:lnTo>
                <a:lnTo>
                  <a:pt x="1355645" y="1352256"/>
                </a:lnTo>
                <a:lnTo>
                  <a:pt x="0" y="135225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334683" y="7059614"/>
            <a:ext cx="1361016" cy="1381742"/>
          </a:xfrm>
          <a:custGeom>
            <a:avLst/>
            <a:gdLst/>
            <a:ahLst/>
            <a:cxnLst/>
            <a:rect r="r" b="b" t="t" l="l"/>
            <a:pathLst>
              <a:path h="1381742" w="1361016">
                <a:moveTo>
                  <a:pt x="0" y="0"/>
                </a:moveTo>
                <a:lnTo>
                  <a:pt x="1361016" y="0"/>
                </a:lnTo>
                <a:lnTo>
                  <a:pt x="1361016" y="1381742"/>
                </a:lnTo>
                <a:lnTo>
                  <a:pt x="0" y="138174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9216838" y="7914389"/>
            <a:ext cx="1800966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2546286" y="6995421"/>
            <a:ext cx="1553122" cy="1564500"/>
          </a:xfrm>
          <a:custGeom>
            <a:avLst/>
            <a:gdLst/>
            <a:ahLst/>
            <a:cxnLst/>
            <a:rect r="r" b="b" t="t" l="l"/>
            <a:pathLst>
              <a:path h="1564500" w="1553122">
                <a:moveTo>
                  <a:pt x="0" y="0"/>
                </a:moveTo>
                <a:lnTo>
                  <a:pt x="1553123" y="0"/>
                </a:lnTo>
                <a:lnTo>
                  <a:pt x="1553123" y="1564500"/>
                </a:lnTo>
                <a:lnTo>
                  <a:pt x="0" y="15645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1871549"/>
            <a:ext cx="776830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Scenario #3: User cancels subscription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30226" y="5631399"/>
            <a:ext cx="1530504" cy="288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1663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5. Go to station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960630" y="8512296"/>
            <a:ext cx="1688052" cy="32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Checkin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05427" y="8512296"/>
            <a:ext cx="1493427" cy="32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Insertion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18615" y="7266820"/>
            <a:ext cx="1903107" cy="32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6. Put in battery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4907" y="4599603"/>
            <a:ext cx="686875" cy="30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74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Driver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68785" y="3284289"/>
            <a:ext cx="1312397" cy="33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233" indent="-216116" lvl="1">
              <a:lnSpc>
                <a:spcPts val="2802"/>
              </a:lnSpc>
              <a:buAutoNum type="arabicPeriod" startAt="1"/>
            </a:pPr>
            <a:r>
              <a:rPr lang="en-US" sz="2002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Login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58817" y="4599603"/>
            <a:ext cx="1393484" cy="30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74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Service Page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79232" y="3352455"/>
            <a:ext cx="1355451" cy="289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1"/>
              </a:lnSpc>
            </a:pPr>
            <a:r>
              <a:rPr lang="en-US" sz="1665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2. Booking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13986" y="4610946"/>
            <a:ext cx="1333284" cy="289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1"/>
              </a:lnSpc>
            </a:pPr>
            <a:r>
              <a:rPr lang="en-US" sz="1665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Booking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46287" y="4531092"/>
            <a:ext cx="1507039" cy="28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1"/>
              </a:lnSpc>
            </a:pPr>
            <a:r>
              <a:rPr lang="en-US" sz="1665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Battery station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85395" y="3226033"/>
            <a:ext cx="1699408" cy="289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2"/>
              </a:lnSpc>
            </a:pPr>
            <a:r>
              <a:rPr lang="en-US" sz="1666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3. Choose station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371771" y="2943280"/>
            <a:ext cx="1416651" cy="607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74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4. Choose subscription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147436" y="4521669"/>
            <a:ext cx="1600903" cy="29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73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Subscription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357" y="7379554"/>
            <a:ext cx="1840447" cy="29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73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7. Add to cart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094796" y="8652394"/>
            <a:ext cx="1600903" cy="33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Payment</a:t>
            </a:r>
          </a:p>
        </p:txBody>
      </p:sp>
      <p:sp>
        <p:nvSpPr>
          <p:cNvPr name="AutoShape 37" id="37"/>
          <p:cNvSpPr/>
          <p:nvPr/>
        </p:nvSpPr>
        <p:spPr>
          <a:xfrm>
            <a:off x="4912852" y="7960700"/>
            <a:ext cx="1800966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4912852" y="7417043"/>
            <a:ext cx="1840447" cy="29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73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8. Staff confirm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528242" y="8652394"/>
            <a:ext cx="1393484" cy="30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74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Confirm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18235" y="-140766"/>
            <a:ext cx="7508166" cy="126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Demonstrations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007" y="3157473"/>
            <a:ext cx="15154242" cy="7018679"/>
            <a:chOff x="0" y="0"/>
            <a:chExt cx="3991241" cy="18485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1240" cy="1848541"/>
            </a:xfrm>
            <a:custGeom>
              <a:avLst/>
              <a:gdLst/>
              <a:ahLst/>
              <a:cxnLst/>
              <a:rect r="r" b="b" t="t" l="l"/>
              <a:pathLst>
                <a:path h="1848541" w="3991240">
                  <a:moveTo>
                    <a:pt x="0" y="0"/>
                  </a:moveTo>
                  <a:lnTo>
                    <a:pt x="3991240" y="0"/>
                  </a:lnTo>
                  <a:lnTo>
                    <a:pt x="3991240" y="1848541"/>
                  </a:lnTo>
                  <a:lnTo>
                    <a:pt x="0" y="18485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73D3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1241" cy="1886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H="true" flipV="true">
            <a:off x="9142343" y="3157473"/>
            <a:ext cx="93786" cy="7018679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038518" y="3695820"/>
            <a:ext cx="509541" cy="509541"/>
          </a:xfrm>
          <a:custGeom>
            <a:avLst/>
            <a:gdLst/>
            <a:ahLst/>
            <a:cxnLst/>
            <a:rect r="r" b="b" t="t" l="l"/>
            <a:pathLst>
              <a:path h="509541" w="509541">
                <a:moveTo>
                  <a:pt x="0" y="0"/>
                </a:moveTo>
                <a:lnTo>
                  <a:pt x="509541" y="0"/>
                </a:lnTo>
                <a:lnTo>
                  <a:pt x="509541" y="509541"/>
                </a:lnTo>
                <a:lnTo>
                  <a:pt x="0" y="509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13249" y="-899750"/>
            <a:ext cx="1830923" cy="2209259"/>
          </a:xfrm>
          <a:custGeom>
            <a:avLst/>
            <a:gdLst/>
            <a:ahLst/>
            <a:cxnLst/>
            <a:rect r="r" b="b" t="t" l="l"/>
            <a:pathLst>
              <a:path h="2209259" w="1830923">
                <a:moveTo>
                  <a:pt x="0" y="0"/>
                </a:moveTo>
                <a:lnTo>
                  <a:pt x="1830924" y="0"/>
                </a:lnTo>
                <a:lnTo>
                  <a:pt x="1830924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10800000">
            <a:off x="-1808216" y="8956043"/>
            <a:ext cx="2884684" cy="2928613"/>
          </a:xfrm>
          <a:custGeom>
            <a:avLst/>
            <a:gdLst/>
            <a:ahLst/>
            <a:cxnLst/>
            <a:rect r="r" b="b" t="t" l="l"/>
            <a:pathLst>
              <a:path h="2928613" w="2884684">
                <a:moveTo>
                  <a:pt x="0" y="0"/>
                </a:moveTo>
                <a:lnTo>
                  <a:pt x="2884684" y="0"/>
                </a:lnTo>
                <a:lnTo>
                  <a:pt x="2884684" y="2928613"/>
                </a:lnTo>
                <a:lnTo>
                  <a:pt x="0" y="29286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79284" y="1654581"/>
            <a:ext cx="594369" cy="594369"/>
          </a:xfrm>
          <a:custGeom>
            <a:avLst/>
            <a:gdLst/>
            <a:ahLst/>
            <a:cxnLst/>
            <a:rect r="r" b="b" t="t" l="l"/>
            <a:pathLst>
              <a:path h="594369" w="594369">
                <a:moveTo>
                  <a:pt x="0" y="0"/>
                </a:moveTo>
                <a:lnTo>
                  <a:pt x="594368" y="0"/>
                </a:lnTo>
                <a:lnTo>
                  <a:pt x="594368" y="594368"/>
                </a:lnTo>
                <a:lnTo>
                  <a:pt x="0" y="5943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48993" y="3695820"/>
            <a:ext cx="459809" cy="589498"/>
          </a:xfrm>
          <a:custGeom>
            <a:avLst/>
            <a:gdLst/>
            <a:ahLst/>
            <a:cxnLst/>
            <a:rect r="r" b="b" t="t" l="l"/>
            <a:pathLst>
              <a:path h="589498" w="459809">
                <a:moveTo>
                  <a:pt x="0" y="0"/>
                </a:moveTo>
                <a:lnTo>
                  <a:pt x="459808" y="0"/>
                </a:lnTo>
                <a:lnTo>
                  <a:pt x="459808" y="589498"/>
                </a:lnTo>
                <a:lnTo>
                  <a:pt x="0" y="5894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38518" y="4655568"/>
            <a:ext cx="6599000" cy="51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Lessons Learned: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24388" y="1511706"/>
            <a:ext cx="9239223" cy="126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4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Outcomes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48993" y="4562227"/>
            <a:ext cx="65990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Application Achievements: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38518" y="5319143"/>
            <a:ext cx="6599000" cy="294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749"/>
              </a:lnSpc>
              <a:buFont typeface="Arial"/>
              <a:buChar char="•"/>
            </a:pPr>
            <a:r>
              <a:rPr lang="en-US" sz="2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Teamwork</a:t>
            </a:r>
          </a:p>
          <a:p>
            <a:pPr algn="l" marL="539749" indent="-269875" lvl="1">
              <a:lnSpc>
                <a:spcPts val="4749"/>
              </a:lnSpc>
              <a:buFont typeface="Arial"/>
              <a:buChar char="•"/>
            </a:pPr>
            <a:r>
              <a:rPr lang="en-US" sz="2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New techs</a:t>
            </a:r>
          </a:p>
          <a:p>
            <a:pPr algn="l" marL="539749" indent="-269875" lvl="1">
              <a:lnSpc>
                <a:spcPts val="4749"/>
              </a:lnSpc>
              <a:buFont typeface="Arial"/>
              <a:buChar char="•"/>
            </a:pPr>
            <a:r>
              <a:rPr lang="en-US" sz="2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Time Management</a:t>
            </a:r>
          </a:p>
          <a:p>
            <a:pPr algn="l" marL="539749" indent="-269875" lvl="1">
              <a:lnSpc>
                <a:spcPts val="4749"/>
              </a:lnSpc>
              <a:buFont typeface="Arial"/>
              <a:buChar char="•"/>
            </a:pPr>
            <a:r>
              <a:rPr lang="en-US" sz="2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SDLC</a:t>
            </a:r>
          </a:p>
          <a:p>
            <a:pPr algn="l" marL="539749" indent="-269875" lvl="1">
              <a:lnSpc>
                <a:spcPts val="4749"/>
              </a:lnSpc>
              <a:buFont typeface="Arial"/>
              <a:buChar char="•"/>
            </a:pPr>
            <a:r>
              <a:rPr lang="en-US" sz="2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Project Management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58493" y="5108575"/>
            <a:ext cx="7186056" cy="414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749"/>
              </a:lnSpc>
              <a:buFont typeface="Arial"/>
              <a:buChar char="•"/>
            </a:pPr>
            <a:r>
              <a:rPr lang="en-US" sz="2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platform for managing battery swap stations.</a:t>
            </a:r>
          </a:p>
          <a:p>
            <a:pPr algn="l" marL="539749" indent="-269875" lvl="1">
              <a:lnSpc>
                <a:spcPts val="4749"/>
              </a:lnSpc>
              <a:buFont typeface="Arial"/>
              <a:buChar char="•"/>
            </a:pPr>
            <a:r>
              <a:rPr lang="en-US" b="true" sz="2499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Customer features:</a:t>
            </a:r>
            <a:r>
              <a:rPr lang="en-US" sz="2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Register plan, Find station, Booking slot, Swap battery, Payment,...</a:t>
            </a:r>
          </a:p>
          <a:p>
            <a:pPr algn="l" marL="539749" indent="-269875" lvl="1">
              <a:lnSpc>
                <a:spcPts val="4749"/>
              </a:lnSpc>
              <a:buFont typeface="Arial"/>
              <a:buChar char="•"/>
            </a:pPr>
            <a:r>
              <a:rPr lang="en-US" b="true" sz="2499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Staff features:</a:t>
            </a:r>
            <a:r>
              <a:rPr lang="en-US" sz="2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Support customers, Manage inventory &amp; pillars,.....</a:t>
            </a:r>
          </a:p>
          <a:p>
            <a:pPr algn="l" marL="539749" indent="-269875" lvl="1">
              <a:lnSpc>
                <a:spcPts val="4749"/>
              </a:lnSpc>
              <a:buFont typeface="Arial"/>
              <a:buChar char="•"/>
            </a:pPr>
            <a:r>
              <a:rPr lang="en-US" b="true" sz="2499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Admin features:</a:t>
            </a:r>
            <a:r>
              <a:rPr lang="en-US" sz="2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Manage customers, staff, plans, stations,......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9007" y="3157473"/>
            <a:ext cx="14969985" cy="6100827"/>
            <a:chOff x="0" y="0"/>
            <a:chExt cx="3942712" cy="1606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42712" cy="1606802"/>
            </a:xfrm>
            <a:custGeom>
              <a:avLst/>
              <a:gdLst/>
              <a:ahLst/>
              <a:cxnLst/>
              <a:rect r="r" b="b" t="t" l="l"/>
              <a:pathLst>
                <a:path h="1606802" w="3942712">
                  <a:moveTo>
                    <a:pt x="0" y="0"/>
                  </a:moveTo>
                  <a:lnTo>
                    <a:pt x="3942712" y="0"/>
                  </a:lnTo>
                  <a:lnTo>
                    <a:pt x="3942712" y="1606802"/>
                  </a:lnTo>
                  <a:lnTo>
                    <a:pt x="0" y="1606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73D3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42712" cy="1644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H="true" flipV="true">
            <a:off x="9142343" y="3157473"/>
            <a:ext cx="1657" cy="6010178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813249" y="-899750"/>
            <a:ext cx="1830923" cy="2209259"/>
          </a:xfrm>
          <a:custGeom>
            <a:avLst/>
            <a:gdLst/>
            <a:ahLst/>
            <a:cxnLst/>
            <a:rect r="r" b="b" t="t" l="l"/>
            <a:pathLst>
              <a:path h="2209259" w="1830923">
                <a:moveTo>
                  <a:pt x="0" y="0"/>
                </a:moveTo>
                <a:lnTo>
                  <a:pt x="1830924" y="0"/>
                </a:lnTo>
                <a:lnTo>
                  <a:pt x="1830924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10800000">
            <a:off x="-1808216" y="8956043"/>
            <a:ext cx="2884684" cy="2928613"/>
          </a:xfrm>
          <a:custGeom>
            <a:avLst/>
            <a:gdLst/>
            <a:ahLst/>
            <a:cxnLst/>
            <a:rect r="r" b="b" t="t" l="l"/>
            <a:pathLst>
              <a:path h="2928613" w="2884684">
                <a:moveTo>
                  <a:pt x="0" y="0"/>
                </a:moveTo>
                <a:lnTo>
                  <a:pt x="2884684" y="0"/>
                </a:lnTo>
                <a:lnTo>
                  <a:pt x="2884684" y="2928613"/>
                </a:lnTo>
                <a:lnTo>
                  <a:pt x="0" y="292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9284" y="1654581"/>
            <a:ext cx="594369" cy="594369"/>
          </a:xfrm>
          <a:custGeom>
            <a:avLst/>
            <a:gdLst/>
            <a:ahLst/>
            <a:cxnLst/>
            <a:rect r="r" b="b" t="t" l="l"/>
            <a:pathLst>
              <a:path h="594369" w="594369">
                <a:moveTo>
                  <a:pt x="0" y="0"/>
                </a:moveTo>
                <a:lnTo>
                  <a:pt x="594368" y="0"/>
                </a:lnTo>
                <a:lnTo>
                  <a:pt x="594368" y="594368"/>
                </a:lnTo>
                <a:lnTo>
                  <a:pt x="0" y="5943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38518" y="3692645"/>
            <a:ext cx="696223" cy="696223"/>
          </a:xfrm>
          <a:custGeom>
            <a:avLst/>
            <a:gdLst/>
            <a:ahLst/>
            <a:cxnLst/>
            <a:rect r="r" b="b" t="t" l="l"/>
            <a:pathLst>
              <a:path h="696223" w="696223">
                <a:moveTo>
                  <a:pt x="0" y="0"/>
                </a:moveTo>
                <a:lnTo>
                  <a:pt x="696222" y="0"/>
                </a:lnTo>
                <a:lnTo>
                  <a:pt x="696222" y="696223"/>
                </a:lnTo>
                <a:lnTo>
                  <a:pt x="0" y="6962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48993" y="3787720"/>
            <a:ext cx="696223" cy="696223"/>
          </a:xfrm>
          <a:custGeom>
            <a:avLst/>
            <a:gdLst/>
            <a:ahLst/>
            <a:cxnLst/>
            <a:rect r="r" b="b" t="t" l="l"/>
            <a:pathLst>
              <a:path h="696223" w="696223">
                <a:moveTo>
                  <a:pt x="0" y="0"/>
                </a:moveTo>
                <a:lnTo>
                  <a:pt x="696222" y="0"/>
                </a:lnTo>
                <a:lnTo>
                  <a:pt x="696222" y="696223"/>
                </a:lnTo>
                <a:lnTo>
                  <a:pt x="0" y="6962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38518" y="4655568"/>
            <a:ext cx="65990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Project Deliverables: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24388" y="1511706"/>
            <a:ext cx="9239223" cy="126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4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Outcomes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48993" y="4629150"/>
            <a:ext cx="6599000" cy="51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Limitations: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38518" y="5300093"/>
            <a:ext cx="6599000" cy="1941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5319"/>
              </a:lnSpc>
              <a:buFont typeface="Arial"/>
              <a:buChar char="•"/>
            </a:pPr>
            <a:r>
              <a:rPr lang="en-US" sz="27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Source code</a:t>
            </a:r>
          </a:p>
          <a:p>
            <a:pPr algn="l" marL="604518" indent="-302259" lvl="1">
              <a:lnSpc>
                <a:spcPts val="5319"/>
              </a:lnSpc>
              <a:buFont typeface="Arial"/>
              <a:buChar char="•"/>
            </a:pPr>
            <a:r>
              <a:rPr lang="en-US" sz="27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Project management</a:t>
            </a:r>
          </a:p>
          <a:p>
            <a:pPr algn="l" marL="604518" indent="-302259" lvl="1">
              <a:lnSpc>
                <a:spcPts val="5319"/>
              </a:lnSpc>
              <a:buFont typeface="Arial"/>
              <a:buChar char="•"/>
            </a:pPr>
            <a:r>
              <a:rPr lang="en-US" sz="27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Document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58493" y="5300093"/>
            <a:ext cx="7170500" cy="1941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5319"/>
              </a:lnSpc>
              <a:buFont typeface="Arial"/>
              <a:buChar char="•"/>
            </a:pPr>
            <a:r>
              <a:rPr lang="en-US" sz="27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Multiple payment gateway (VnPay only)</a:t>
            </a:r>
          </a:p>
          <a:p>
            <a:pPr algn="l" marL="604518" indent="-302259" lvl="1">
              <a:lnSpc>
                <a:spcPts val="5319"/>
              </a:lnSpc>
              <a:buFont typeface="Arial"/>
              <a:buChar char="•"/>
            </a:pPr>
            <a:r>
              <a:rPr lang="en-US" sz="27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Multiple language supporting</a:t>
            </a:r>
          </a:p>
          <a:p>
            <a:pPr algn="l">
              <a:lnSpc>
                <a:spcPts val="531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47277" y="1463089"/>
            <a:ext cx="286039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November 2025</a:t>
            </a:r>
          </a:p>
        </p:txBody>
      </p:sp>
      <p:sp>
        <p:nvSpPr>
          <p:cNvPr name="AutoShape 3" id="3"/>
          <p:cNvSpPr/>
          <p:nvPr/>
        </p:nvSpPr>
        <p:spPr>
          <a:xfrm>
            <a:off x="5231153" y="1699309"/>
            <a:ext cx="8778195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009347" y="3754894"/>
            <a:ext cx="580826" cy="588178"/>
          </a:xfrm>
          <a:custGeom>
            <a:avLst/>
            <a:gdLst/>
            <a:ahLst/>
            <a:cxnLst/>
            <a:rect r="r" b="b" t="t" l="l"/>
            <a:pathLst>
              <a:path h="588178" w="580826">
                <a:moveTo>
                  <a:pt x="0" y="0"/>
                </a:moveTo>
                <a:lnTo>
                  <a:pt x="580826" y="0"/>
                </a:lnTo>
                <a:lnTo>
                  <a:pt x="580826" y="588178"/>
                </a:lnTo>
                <a:lnTo>
                  <a:pt x="0" y="588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6838861" y="8953061"/>
            <a:ext cx="2667877" cy="2667877"/>
          </a:xfrm>
          <a:custGeom>
            <a:avLst/>
            <a:gdLst/>
            <a:ahLst/>
            <a:cxnLst/>
            <a:rect r="r" b="b" t="t" l="l"/>
            <a:pathLst>
              <a:path h="2667877" w="2667877">
                <a:moveTo>
                  <a:pt x="0" y="0"/>
                </a:moveTo>
                <a:lnTo>
                  <a:pt x="2667878" y="0"/>
                </a:lnTo>
                <a:lnTo>
                  <a:pt x="2667878" y="2667878"/>
                </a:lnTo>
                <a:lnTo>
                  <a:pt x="0" y="2667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18235" y="-1118235"/>
            <a:ext cx="2236470" cy="2236470"/>
          </a:xfrm>
          <a:custGeom>
            <a:avLst/>
            <a:gdLst/>
            <a:ahLst/>
            <a:cxnLst/>
            <a:rect r="r" b="b" t="t" l="l"/>
            <a:pathLst>
              <a:path h="2236470" w="2236470">
                <a:moveTo>
                  <a:pt x="0" y="0"/>
                </a:moveTo>
                <a:lnTo>
                  <a:pt x="2236470" y="0"/>
                </a:lnTo>
                <a:lnTo>
                  <a:pt x="2236470" y="2236470"/>
                </a:lnTo>
                <a:lnTo>
                  <a:pt x="0" y="2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45472" y="5844691"/>
            <a:ext cx="575016" cy="575016"/>
          </a:xfrm>
          <a:custGeom>
            <a:avLst/>
            <a:gdLst/>
            <a:ahLst/>
            <a:cxnLst/>
            <a:rect r="r" b="b" t="t" l="l"/>
            <a:pathLst>
              <a:path h="575016" w="575016">
                <a:moveTo>
                  <a:pt x="0" y="0"/>
                </a:moveTo>
                <a:lnTo>
                  <a:pt x="575016" y="0"/>
                </a:lnTo>
                <a:lnTo>
                  <a:pt x="575016" y="575017"/>
                </a:lnTo>
                <a:lnTo>
                  <a:pt x="0" y="575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98834" y="4914900"/>
            <a:ext cx="10690332" cy="202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23"/>
              </a:lnSpc>
            </a:pPr>
            <a:r>
              <a:rPr lang="en-US" b="true" sz="11802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Q&amp;A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053255" y="517686"/>
            <a:ext cx="3491157" cy="2325147"/>
          </a:xfrm>
          <a:custGeom>
            <a:avLst/>
            <a:gdLst/>
            <a:ahLst/>
            <a:cxnLst/>
            <a:rect r="r" b="b" t="t" l="l"/>
            <a:pathLst>
              <a:path h="2325147" w="3491157">
                <a:moveTo>
                  <a:pt x="0" y="0"/>
                </a:moveTo>
                <a:lnTo>
                  <a:pt x="3491158" y="0"/>
                </a:lnTo>
                <a:lnTo>
                  <a:pt x="3491158" y="2325147"/>
                </a:lnTo>
                <a:lnTo>
                  <a:pt x="0" y="232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245" r="0" b="-624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45410" y="3944208"/>
            <a:ext cx="965334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Thank you for your attention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DAG4dESy7z8</dc:identifier>
  <dcterms:modified xsi:type="dcterms:W3CDTF">2011-08-01T06:04:30Z</dcterms:modified>
  <cp:revision>1</cp:revision>
  <dc:title>SWP391_SE1928_Group1_VoltSwap</dc:title>
</cp:coreProperties>
</file>